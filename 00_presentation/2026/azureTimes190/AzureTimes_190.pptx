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12" r:id="rId4"/>
  </p:sldMasterIdLst>
  <p:notesMasterIdLst>
    <p:notesMasterId r:id="rId28"/>
  </p:notesMasterIdLst>
  <p:handoutMasterIdLst>
    <p:handoutMasterId r:id="rId29"/>
  </p:handoutMasterIdLst>
  <p:sldIdLst>
    <p:sldId id="2142532340" r:id="rId5"/>
    <p:sldId id="2146847145" r:id="rId6"/>
    <p:sldId id="2146847146" r:id="rId7"/>
    <p:sldId id="2146847046" r:id="rId8"/>
    <p:sldId id="2146847089" r:id="rId9"/>
    <p:sldId id="2146847130" r:id="rId10"/>
    <p:sldId id="2146847048" r:id="rId11"/>
    <p:sldId id="2146847049" r:id="rId12"/>
    <p:sldId id="2146847050" r:id="rId13"/>
    <p:sldId id="2146847096" r:id="rId14"/>
    <p:sldId id="2146847135" r:id="rId15"/>
    <p:sldId id="2146847147" r:id="rId16"/>
    <p:sldId id="2146847052" r:id="rId17"/>
    <p:sldId id="2146847100" r:id="rId18"/>
    <p:sldId id="2146847137" r:id="rId19"/>
    <p:sldId id="2146847144" r:id="rId20"/>
    <p:sldId id="2146847056" r:id="rId21"/>
    <p:sldId id="2146847107" r:id="rId22"/>
    <p:sldId id="2146847119" r:id="rId23"/>
    <p:sldId id="2146847143" r:id="rId24"/>
    <p:sldId id="2146847085" r:id="rId25"/>
    <p:sldId id="2146847084" r:id="rId26"/>
    <p:sldId id="2146847064" r:id="rId27"/>
  </p:sldIdLst>
  <p:sldSz cx="9144000" cy="5143500" type="screen16x9"/>
  <p:notesSz cx="6858000" cy="9144000"/>
  <p:defaultText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A752CF65-4D58-4370-B229-5F4CB000B44D}">
          <p14:sldIdLst>
            <p14:sldId id="2142532340"/>
          </p14:sldIdLst>
        </p14:section>
        <p14:section name="Networking" id="{8B3AEA99-85F7-477B-B976-48DC47AA1A88}">
          <p14:sldIdLst>
            <p14:sldId id="2146847145"/>
            <p14:sldId id="2146847146"/>
          </p14:sldIdLst>
        </p14:section>
        <p14:section name="Security &amp; Identity" id="{1AA42572-B3BD-44F7-813B-C2C647DDBB3C}">
          <p14:sldIdLst>
            <p14:sldId id="2146847046"/>
            <p14:sldId id="2146847089"/>
            <p14:sldId id="2146847130"/>
          </p14:sldIdLst>
        </p14:section>
        <p14:section name="Management &amp; Governance" id="{34181601-6D48-4406-A525-C7B5A12C6C5B}">
          <p14:sldIdLst>
            <p14:sldId id="2146847048"/>
            <p14:sldId id="2146847049"/>
          </p14:sldIdLst>
        </p14:section>
        <p14:section name="Compute" id="{05AA80BB-8802-49AB-8336-A884227CE2F7}">
          <p14:sldIdLst>
            <p14:sldId id="2146847050"/>
            <p14:sldId id="2146847096"/>
            <p14:sldId id="2146847135"/>
            <p14:sldId id="2146847147"/>
          </p14:sldIdLst>
        </p14:section>
        <p14:section name="Storage &amp; Data" id="{1F159046-CE0A-45BC-9D5B-6E6C95980F78}">
          <p14:sldIdLst>
            <p14:sldId id="2146847052"/>
            <p14:sldId id="2146847100"/>
            <p14:sldId id="2146847137"/>
            <p14:sldId id="2146847144"/>
          </p14:sldIdLst>
        </p14:section>
        <p14:section name="Databases" id="{AEAFAE72-AD56-48F3-926B-38BAE269038F}">
          <p14:sldIdLst/>
        </p14:section>
        <p14:section name="Integration" id="{ACBD46A3-6F1C-451B-A154-0A056E0DEFF6}">
          <p14:sldIdLst>
            <p14:sldId id="2146847056"/>
            <p14:sldId id="2146847107"/>
          </p14:sldIdLst>
        </p14:section>
        <p14:section name="ML &amp; AI &amp; IOT" id="{F4E1EAF1-55E9-4CA4-8ADC-28B69C1D66D2}">
          <p14:sldIdLst>
            <p14:sldId id="2146847119"/>
            <p14:sldId id="2146847143"/>
          </p14:sldIdLst>
        </p14:section>
        <p14:section name="Miscellaneous" id="{A1456D7A-93BE-4023-90AA-7269D2F177BA}">
          <p14:sldIdLst/>
        </p14:section>
        <p14:section name="End" id="{82899442-2AC4-4699-95EB-48D45B913575}">
          <p14:sldIdLst>
            <p14:sldId id="2146847085"/>
            <p14:sldId id="2146847084"/>
            <p14:sldId id="2146847064"/>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2736" userDrawn="1">
          <p15:clr>
            <a:srgbClr val="A4A3A4"/>
          </p15:clr>
        </p15:guide>
        <p15:guide id="2" pos="1477" userDrawn="1">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7" name="Emily Catuzzi" initials="EC" lastIdx="19" clrIdx="9">
    <p:extLst>
      <p:ext uri="{19B8F6BF-5375-455C-9EA6-DF929625EA0E}">
        <p15:presenceInfo xmlns:p15="http://schemas.microsoft.com/office/powerpoint/2012/main" userId="S::Emily_Catuzzi@epam.com::b46d6ad4-ac70-4125-82a7-0ece5134c360" providerId="AD"/>
      </p:ext>
    </p:extLst>
  </p:cmAuthor>
  <p:cmAuthor id="1" name="Laura Brady" initials="LB" lastIdx="52" clrIdx="3">
    <p:extLst>
      <p:ext uri="{19B8F6BF-5375-455C-9EA6-DF929625EA0E}">
        <p15:presenceInfo xmlns:p15="http://schemas.microsoft.com/office/powerpoint/2012/main" userId="S::Laura_Brady@epam.com::b18c91b0-83fb-4c27-875b-18626d50463b" providerId="AD"/>
      </p:ext>
    </p:extLst>
  </p:cmAuthor>
  <p:cmAuthor id="8" name="Gretchen Rice" initials="GR" lastIdx="4" clrIdx="10">
    <p:extLst>
      <p:ext uri="{19B8F6BF-5375-455C-9EA6-DF929625EA0E}">
        <p15:presenceInfo xmlns:p15="http://schemas.microsoft.com/office/powerpoint/2012/main" userId="S::gretchen_rice@epam.com::e279efbb-a837-440d-b0bd-684dd084c605" providerId="AD"/>
      </p:ext>
    </p:extLst>
  </p:cmAuthor>
  <p:cmAuthor id="2" name="Amy Legere" initials="AL" lastIdx="5" clrIdx="5">
    <p:extLst>
      <p:ext uri="{19B8F6BF-5375-455C-9EA6-DF929625EA0E}">
        <p15:presenceInfo xmlns:p15="http://schemas.microsoft.com/office/powerpoint/2012/main" userId="S::Amy_Legere@epam.com::36c3e91a-2059-4c30-8d42-5285dd7a2555" providerId="AD"/>
      </p:ext>
    </p:extLst>
  </p:cmAuthor>
  <p:cmAuthor id="9" name="Jennifer Markowitz" initials="JM" lastIdx="1" clrIdx="11">
    <p:extLst>
      <p:ext uri="{19B8F6BF-5375-455C-9EA6-DF929625EA0E}">
        <p15:presenceInfo xmlns:p15="http://schemas.microsoft.com/office/powerpoint/2012/main" userId="S::jennifer_markowitz@epam.com::f9148081-3671-49e1-8328-0a911bc72bfd" providerId="AD"/>
      </p:ext>
    </p:extLst>
  </p:cmAuthor>
  <p:cmAuthor id="3" name="John Hatz" initials="JH" lastIdx="1" clrIdx="4">
    <p:extLst>
      <p:ext uri="{19B8F6BF-5375-455C-9EA6-DF929625EA0E}">
        <p15:presenceInfo xmlns:p15="http://schemas.microsoft.com/office/powerpoint/2012/main" userId="S-1-5-21-2676001572-3131771074-2776907194-23347" providerId="AD"/>
      </p:ext>
    </p:extLst>
  </p:cmAuthor>
  <p:cmAuthor id="10" name="Nastassia Smolskaya" initials="NS" lastIdx="11" clrIdx="12">
    <p:extLst>
      <p:ext uri="{19B8F6BF-5375-455C-9EA6-DF929625EA0E}">
        <p15:presenceInfo xmlns:p15="http://schemas.microsoft.com/office/powerpoint/2012/main" userId="S::Nastassia_Smolskaya@epam.com::8ff1f7bc-3066-491e-a683-ea021ab0c825" providerId="AD"/>
      </p:ext>
    </p:extLst>
  </p:cmAuthor>
  <p:cmAuthor id="4" name="John Hatz" initials="JH [2]" lastIdx="3" clrIdx="6">
    <p:extLst>
      <p:ext uri="{19B8F6BF-5375-455C-9EA6-DF929625EA0E}">
        <p15:presenceInfo xmlns:p15="http://schemas.microsoft.com/office/powerpoint/2012/main" userId="S::john_hatz@epam.com::7f3a8b4b-4b1e-493d-b3f9-196adf0a1de0" providerId="AD"/>
      </p:ext>
    </p:extLst>
  </p:cmAuthor>
  <p:cmAuthor id="5" name="Mariette Kouwenberg-Mooney" initials="MK" lastIdx="19" clrIdx="7">
    <p:extLst>
      <p:ext uri="{19B8F6BF-5375-455C-9EA6-DF929625EA0E}">
        <p15:presenceInfo xmlns:p15="http://schemas.microsoft.com/office/powerpoint/2012/main" userId="S::Mariette_Kouwenberg-Mooney@epam.com::e2a13c51-a5c6-436b-ad7f-addd34212f51" providerId="AD"/>
      </p:ext>
    </p:extLst>
  </p:cmAuthor>
  <p:cmAuthor id="6" name="Julie Hansberry" initials="JH" lastIdx="13" clrIdx="8">
    <p:extLst>
      <p:ext uri="{19B8F6BF-5375-455C-9EA6-DF929625EA0E}">
        <p15:presenceInfo xmlns:p15="http://schemas.microsoft.com/office/powerpoint/2012/main" userId="S::julie_hansberry@epam.com::6cd6a8f9-b761-4260-92e9-1b9e97578688"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25D43"/>
    <a:srgbClr val="CADC49"/>
    <a:srgbClr val="E53B2E"/>
    <a:srgbClr val="FFC000"/>
    <a:srgbClr val="D35D47"/>
    <a:srgbClr val="008ACF"/>
    <a:srgbClr val="76CDD8"/>
    <a:srgbClr val="75A0A6"/>
    <a:srgbClr val="569BA5"/>
    <a:srgbClr val="EDC13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0B79132-3F09-4EB7-9156-AFD2ABE5B897}" v="37" dt="2021-04-12T18:27:46.96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591" autoAdjust="0"/>
    <p:restoredTop sz="94694"/>
  </p:normalViewPr>
  <p:slideViewPr>
    <p:cSldViewPr snapToGrid="0">
      <p:cViewPr varScale="1">
        <p:scale>
          <a:sx n="199" d="100"/>
          <a:sy n="199" d="100"/>
        </p:scale>
        <p:origin x="3228" y="150"/>
      </p:cViewPr>
      <p:guideLst/>
    </p:cSldViewPr>
  </p:slideViewPr>
  <p:notesTextViewPr>
    <p:cViewPr>
      <p:scale>
        <a:sx n="1" d="1"/>
        <a:sy n="1" d="1"/>
      </p:scale>
      <p:origin x="0" y="0"/>
    </p:cViewPr>
  </p:notesTextViewPr>
  <p:notesViewPr>
    <p:cSldViewPr snapToGrid="0">
      <p:cViewPr varScale="1">
        <p:scale>
          <a:sx n="121" d="100"/>
          <a:sy n="121" d="100"/>
        </p:scale>
        <p:origin x="7662" y="90"/>
      </p:cViewPr>
      <p:guideLst>
        <p:guide orient="horz" pos="2736"/>
        <p:guide pos="1477"/>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34"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commentAuthors" Target="commentAuthors.xml"/><Relationship Id="rId35" Type="http://schemas.microsoft.com/office/2015/10/relationships/revisionInfo" Target="revisionInfo.xml"/><Relationship Id="rId8" Type="http://schemas.openxmlformats.org/officeDocument/2006/relationships/slide" Target="slides/slide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FDC14FC-A894-4869-A797-1EC82735D106}" type="datetimeFigureOut">
              <a:rPr lang="en-US" smtClean="0"/>
              <a:t>1/23/2026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CD33E97-F2BE-44DB-A57D-0C85E2CBF508}" type="slidenum">
              <a:rPr lang="en-US" smtClean="0"/>
              <a:t>‹#›</a:t>
            </a:fld>
            <a:endParaRPr lang="en-US"/>
          </a:p>
        </p:txBody>
      </p:sp>
    </p:spTree>
    <p:extLst>
      <p:ext uri="{BB962C8B-B14F-4D97-AF65-F5344CB8AC3E}">
        <p14:creationId xmlns:p14="http://schemas.microsoft.com/office/powerpoint/2010/main" val="29677781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F99C05-63F9-4248-8E20-3ACD9DF9DE7F}" type="datetimeFigureOut">
              <a:rPr lang="en-US" smtClean="0"/>
              <a:t>1/23/2026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874FABB-6DBE-47C4-B626-20167906F475}" type="slidenum">
              <a:rPr lang="en-US" smtClean="0"/>
              <a:t>‹#›</a:t>
            </a:fld>
            <a:endParaRPr lang="en-US"/>
          </a:p>
        </p:txBody>
      </p:sp>
    </p:spTree>
    <p:extLst>
      <p:ext uri="{BB962C8B-B14F-4D97-AF65-F5344CB8AC3E}">
        <p14:creationId xmlns:p14="http://schemas.microsoft.com/office/powerpoint/2010/main" val="4274864021"/>
      </p:ext>
    </p:extLst>
  </p:cSld>
  <p:clrMap bg1="lt1" tx1="dk1" bg2="lt2" tx2="dk2" accent1="accent1" accent2="accent2" accent3="accent3" accent4="accent4" accent5="accent5" accent6="accent6" hlink="hlink" folHlink="folHlink"/>
  <p:notesStyle>
    <a:lvl1pPr marL="0" algn="l" defTabSz="685800" rtl="0" eaLnBrk="1" latinLnBrk="0" hangingPunct="1">
      <a:defRPr sz="900" kern="1200">
        <a:solidFill>
          <a:schemeClr val="tx1"/>
        </a:solidFill>
        <a:latin typeface="+mn-lt"/>
        <a:ea typeface="+mn-ea"/>
        <a:cs typeface="+mn-cs"/>
      </a:defRPr>
    </a:lvl1pPr>
    <a:lvl2pPr marL="342900" algn="l" defTabSz="685800" rtl="0" eaLnBrk="1" latinLnBrk="0" hangingPunct="1">
      <a:defRPr sz="900" kern="1200">
        <a:solidFill>
          <a:schemeClr val="tx1"/>
        </a:solidFill>
        <a:latin typeface="+mn-lt"/>
        <a:ea typeface="+mn-ea"/>
        <a:cs typeface="+mn-cs"/>
      </a:defRPr>
    </a:lvl2pPr>
    <a:lvl3pPr marL="685800" algn="l" defTabSz="685800" rtl="0" eaLnBrk="1" latinLnBrk="0" hangingPunct="1">
      <a:defRPr sz="900" kern="1200">
        <a:solidFill>
          <a:schemeClr val="tx1"/>
        </a:solidFill>
        <a:latin typeface="+mn-lt"/>
        <a:ea typeface="+mn-ea"/>
        <a:cs typeface="+mn-cs"/>
      </a:defRPr>
    </a:lvl3pPr>
    <a:lvl4pPr marL="1028700" algn="l" defTabSz="685800" rtl="0" eaLnBrk="1" latinLnBrk="0" hangingPunct="1">
      <a:defRPr sz="900" kern="1200">
        <a:solidFill>
          <a:schemeClr val="tx1"/>
        </a:solidFill>
        <a:latin typeface="+mn-lt"/>
        <a:ea typeface="+mn-ea"/>
        <a:cs typeface="+mn-cs"/>
      </a:defRPr>
    </a:lvl4pPr>
    <a:lvl5pPr marL="1371600" algn="l" defTabSz="685800" rtl="0" eaLnBrk="1" latinLnBrk="0" hangingPunct="1">
      <a:defRPr sz="900" kern="1200">
        <a:solidFill>
          <a:schemeClr val="tx1"/>
        </a:solidFill>
        <a:latin typeface="+mn-lt"/>
        <a:ea typeface="+mn-ea"/>
        <a:cs typeface="+mn-cs"/>
      </a:defRPr>
    </a:lvl5pPr>
    <a:lvl6pPr marL="1714500" algn="l" defTabSz="685800" rtl="0" eaLnBrk="1" latinLnBrk="0" hangingPunct="1">
      <a:defRPr sz="900" kern="1200">
        <a:solidFill>
          <a:schemeClr val="tx1"/>
        </a:solidFill>
        <a:latin typeface="+mn-lt"/>
        <a:ea typeface="+mn-ea"/>
        <a:cs typeface="+mn-cs"/>
      </a:defRPr>
    </a:lvl6pPr>
    <a:lvl7pPr marL="2057400" algn="l" defTabSz="685800" rtl="0" eaLnBrk="1" latinLnBrk="0" hangingPunct="1">
      <a:defRPr sz="900" kern="1200">
        <a:solidFill>
          <a:schemeClr val="tx1"/>
        </a:solidFill>
        <a:latin typeface="+mn-lt"/>
        <a:ea typeface="+mn-ea"/>
        <a:cs typeface="+mn-cs"/>
      </a:defRPr>
    </a:lvl7pPr>
    <a:lvl8pPr marL="2400300" algn="l" defTabSz="685800" rtl="0" eaLnBrk="1" latinLnBrk="0" hangingPunct="1">
      <a:defRPr sz="900" kern="1200">
        <a:solidFill>
          <a:schemeClr val="tx1"/>
        </a:solidFill>
        <a:latin typeface="+mn-lt"/>
        <a:ea typeface="+mn-ea"/>
        <a:cs typeface="+mn-cs"/>
      </a:defRPr>
    </a:lvl8pPr>
    <a:lvl9pPr marL="2743200" algn="l" defTabSz="685800" rtl="0" eaLnBrk="1" latinLnBrk="0" hangingPunct="1">
      <a:defRPr sz="9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874FABB-6DBE-47C4-B626-20167906F475}" type="slidenum">
              <a:rPr lang="en-US" smtClean="0"/>
              <a:t>1</a:t>
            </a:fld>
            <a:endParaRPr lang="en-US"/>
          </a:p>
        </p:txBody>
      </p:sp>
    </p:spTree>
    <p:extLst>
      <p:ext uri="{BB962C8B-B14F-4D97-AF65-F5344CB8AC3E}">
        <p14:creationId xmlns:p14="http://schemas.microsoft.com/office/powerpoint/2010/main" val="41441448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userDrawn="1">
  <p:cSld name="Cover Text">
    <p:bg>
      <p:bgPr>
        <a:solidFill>
          <a:schemeClr val="tx1"/>
        </a:solid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342900" y="1200151"/>
            <a:ext cx="8458200" cy="2228850"/>
          </a:xfrm>
        </p:spPr>
        <p:txBody>
          <a:bodyPr lIns="0" tIns="0" rIns="0" bIns="0" anchor="b">
            <a:noAutofit/>
          </a:bodyPr>
          <a:lstStyle>
            <a:lvl1pPr algn="l">
              <a:lnSpc>
                <a:spcPct val="85000"/>
              </a:lnSpc>
              <a:defRPr sz="9000" b="0" i="0">
                <a:solidFill>
                  <a:schemeClr val="accent3"/>
                </a:solidFill>
                <a:latin typeface="+mj-lt"/>
                <a:ea typeface="Human Sans Thin" pitchFamily="2" charset="77"/>
                <a:cs typeface="Human Sans Thin" pitchFamily="2" charset="77"/>
              </a:defRPr>
            </a:lvl1pPr>
          </a:lstStyle>
          <a:p>
            <a:r>
              <a:rPr lang="en-US"/>
              <a:t>Proposal</a:t>
            </a:r>
            <a:br>
              <a:rPr lang="en-US"/>
            </a:br>
            <a:r>
              <a:rPr lang="en-US"/>
              <a:t>Title</a:t>
            </a:r>
          </a:p>
        </p:txBody>
      </p:sp>
      <p:sp>
        <p:nvSpPr>
          <p:cNvPr id="8" name="Text Placeholder 7"/>
          <p:cNvSpPr>
            <a:spLocks noGrp="1"/>
          </p:cNvSpPr>
          <p:nvPr>
            <p:ph type="body" sz="quarter" idx="11" hasCustomPrompt="1"/>
          </p:nvPr>
        </p:nvSpPr>
        <p:spPr>
          <a:xfrm>
            <a:off x="342900" y="3600450"/>
            <a:ext cx="8455914" cy="171450"/>
          </a:xfrm>
        </p:spPr>
        <p:txBody>
          <a:bodyPr lIns="0" tIns="0" rIns="0" bIns="0" anchor="t">
            <a:noAutofit/>
          </a:bodyPr>
          <a:lstStyle>
            <a:lvl1pPr marL="0" indent="0">
              <a:lnSpc>
                <a:spcPct val="100000"/>
              </a:lnSpc>
              <a:spcBef>
                <a:spcPts val="0"/>
              </a:spcBef>
              <a:spcAft>
                <a:spcPts val="0"/>
              </a:spcAft>
              <a:buNone/>
              <a:defRPr sz="1200" b="0" i="0" baseline="0">
                <a:solidFill>
                  <a:schemeClr val="bg1"/>
                </a:solidFill>
                <a:latin typeface="+mn-lt"/>
                <a:ea typeface="Calibri" panose="020F0502020204030204" pitchFamily="34" charset="0"/>
                <a:cs typeface="Calibri" panose="020F0502020204030204" pitchFamily="34" charset="0"/>
              </a:defRPr>
            </a:lvl1pPr>
            <a:lvl2pPr>
              <a:defRPr sz="1200">
                <a:solidFill>
                  <a:schemeClr val="bg1"/>
                </a:solidFill>
              </a:defRPr>
            </a:lvl2pPr>
            <a:lvl3pPr>
              <a:defRPr sz="1200">
                <a:solidFill>
                  <a:schemeClr val="bg1"/>
                </a:solidFill>
              </a:defRPr>
            </a:lvl3pPr>
            <a:lvl4pPr>
              <a:defRPr sz="1200">
                <a:solidFill>
                  <a:schemeClr val="bg1"/>
                </a:solidFill>
              </a:defRPr>
            </a:lvl4pPr>
            <a:lvl5pPr>
              <a:defRPr sz="1200">
                <a:solidFill>
                  <a:schemeClr val="bg1"/>
                </a:solidFill>
              </a:defRPr>
            </a:lvl5pPr>
          </a:lstStyle>
          <a:p>
            <a:r>
              <a:rPr lang="en-US"/>
              <a:t>Subtitle description</a:t>
            </a:r>
          </a:p>
        </p:txBody>
      </p:sp>
      <p:sp>
        <p:nvSpPr>
          <p:cNvPr id="5" name="Text Placeholder 4"/>
          <p:cNvSpPr>
            <a:spLocks noGrp="1"/>
          </p:cNvSpPr>
          <p:nvPr>
            <p:ph type="body" sz="quarter" idx="12" hasCustomPrompt="1"/>
          </p:nvPr>
        </p:nvSpPr>
        <p:spPr>
          <a:xfrm>
            <a:off x="342900" y="3864095"/>
            <a:ext cx="1988344" cy="171450"/>
          </a:xfrm>
        </p:spPr>
        <p:txBody>
          <a:bodyPr/>
          <a:lstStyle>
            <a:lvl1pPr>
              <a:lnSpc>
                <a:spcPct val="100000"/>
              </a:lnSpc>
              <a:spcBef>
                <a:spcPts val="0"/>
              </a:spcBef>
              <a:defRPr sz="900" b="0" i="0" cap="all" baseline="0">
                <a:solidFill>
                  <a:schemeClr val="bg1"/>
                </a:solidFill>
                <a:latin typeface="+mn-lt"/>
              </a:defRPr>
            </a:lvl1pPr>
          </a:lstStyle>
          <a:p>
            <a:pPr lvl="0"/>
            <a:r>
              <a:rPr lang="en-US"/>
              <a:t>Date</a:t>
            </a:r>
          </a:p>
        </p:txBody>
      </p:sp>
    </p:spTree>
    <p:extLst>
      <p:ext uri="{BB962C8B-B14F-4D97-AF65-F5344CB8AC3E}">
        <p14:creationId xmlns:p14="http://schemas.microsoft.com/office/powerpoint/2010/main" val="3037779421"/>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p:bg>
      <p:bgPr>
        <a:solidFill>
          <a:schemeClr val="tx1"/>
        </a:solidFill>
        <a:effectLst/>
      </p:bgPr>
    </p:bg>
    <p:spTree>
      <p:nvGrpSpPr>
        <p:cNvPr id="1" name=""/>
        <p:cNvGrpSpPr/>
        <p:nvPr/>
      </p:nvGrpSpPr>
      <p:grpSpPr>
        <a:xfrm>
          <a:off x="0" y="0"/>
          <a:ext cx="0" cy="0"/>
          <a:chOff x="0" y="0"/>
          <a:chExt cx="0" cy="0"/>
        </a:xfrm>
      </p:grpSpPr>
      <p:sp>
        <p:nvSpPr>
          <p:cNvPr id="3" name="Subtitle 2"/>
          <p:cNvSpPr>
            <a:spLocks noGrp="1"/>
          </p:cNvSpPr>
          <p:nvPr>
            <p:ph type="subTitle" idx="1" hasCustomPrompt="1"/>
          </p:nvPr>
        </p:nvSpPr>
        <p:spPr>
          <a:xfrm>
            <a:off x="342901" y="3429000"/>
            <a:ext cx="4148137" cy="1200150"/>
          </a:xfrm>
        </p:spPr>
        <p:txBody>
          <a:bodyPr lIns="0" tIns="0" rIns="0" bIns="0" anchor="t">
            <a:normAutofit/>
          </a:bodyPr>
          <a:lstStyle>
            <a:lvl1pPr marL="0" indent="0" algn="l">
              <a:lnSpc>
                <a:spcPct val="110000"/>
              </a:lnSpc>
              <a:spcBef>
                <a:spcPts val="450"/>
              </a:spcBef>
              <a:spcAft>
                <a:spcPts val="0"/>
              </a:spcAft>
              <a:buNone/>
              <a:defRPr sz="900" b="0" i="0" baseline="0">
                <a:solidFill>
                  <a:schemeClr val="bg1"/>
                </a:solidFill>
                <a:latin typeface="+mn-lt"/>
                <a:ea typeface="Calibri" panose="020F0502020204030204" pitchFamily="34" charset="0"/>
                <a:cs typeface="Calibri" panose="020F0502020204030204" pitchFamily="34" charset="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type section description</a:t>
            </a:r>
          </a:p>
        </p:txBody>
      </p:sp>
      <p:sp>
        <p:nvSpPr>
          <p:cNvPr id="8" name="Text Placeholder 7"/>
          <p:cNvSpPr>
            <a:spLocks noGrp="1"/>
          </p:cNvSpPr>
          <p:nvPr>
            <p:ph type="body" sz="quarter" idx="12" hasCustomPrompt="1"/>
          </p:nvPr>
        </p:nvSpPr>
        <p:spPr>
          <a:xfrm>
            <a:off x="342901" y="2743200"/>
            <a:ext cx="6299597" cy="514350"/>
          </a:xfrm>
        </p:spPr>
        <p:txBody>
          <a:bodyPr/>
          <a:lstStyle>
            <a:lvl1pPr marL="0" indent="0">
              <a:lnSpc>
                <a:spcPct val="100000"/>
              </a:lnSpc>
              <a:spcBef>
                <a:spcPts val="0"/>
              </a:spcBef>
              <a:spcAft>
                <a:spcPts val="0"/>
              </a:spcAft>
              <a:buNone/>
              <a:defRPr sz="3600" b="0" i="0" baseline="0">
                <a:solidFill>
                  <a:schemeClr val="accent3"/>
                </a:solidFill>
                <a:latin typeface="+mj-lt"/>
                <a:ea typeface="Calibri Light" charset="0"/>
                <a:cs typeface="Calibri Light" charset="0"/>
              </a:defRPr>
            </a:lvl1pPr>
          </a:lstStyle>
          <a:p>
            <a:pPr lvl="0"/>
            <a:r>
              <a:rPr lang="en-US"/>
              <a:t>Section Header</a:t>
            </a:r>
          </a:p>
        </p:txBody>
      </p:sp>
      <p:sp>
        <p:nvSpPr>
          <p:cNvPr id="11" name="Text Placeholder 10"/>
          <p:cNvSpPr>
            <a:spLocks noGrp="1"/>
          </p:cNvSpPr>
          <p:nvPr>
            <p:ph type="body" sz="quarter" idx="13" hasCustomPrompt="1"/>
          </p:nvPr>
        </p:nvSpPr>
        <p:spPr>
          <a:xfrm>
            <a:off x="252845" y="1285875"/>
            <a:ext cx="4148138" cy="1714500"/>
          </a:xfrm>
        </p:spPr>
        <p:txBody>
          <a:bodyPr wrap="square" anchor="b"/>
          <a:lstStyle>
            <a:lvl1pPr>
              <a:lnSpc>
                <a:spcPct val="100000"/>
              </a:lnSpc>
              <a:spcBef>
                <a:spcPts val="0"/>
              </a:spcBef>
              <a:spcAft>
                <a:spcPts val="0"/>
              </a:spcAft>
              <a:defRPr sz="16500" b="0" i="0">
                <a:solidFill>
                  <a:schemeClr val="accent3"/>
                </a:solidFill>
                <a:latin typeface="+mj-lt"/>
                <a:ea typeface="Human Sans Thin" pitchFamily="2" charset="77"/>
                <a:cs typeface="Human Sans Thin" pitchFamily="2" charset="77"/>
              </a:defRPr>
            </a:lvl1pPr>
          </a:lstStyle>
          <a:p>
            <a:pPr lvl="0"/>
            <a:r>
              <a:rPr lang="en-US"/>
              <a:t>0</a:t>
            </a:r>
          </a:p>
        </p:txBody>
      </p:sp>
      <p:sp>
        <p:nvSpPr>
          <p:cNvPr id="7" name="Slide Number Placeholder 13"/>
          <p:cNvSpPr txBox="1">
            <a:spLocks/>
          </p:cNvSpPr>
          <p:nvPr userDrawn="1"/>
        </p:nvSpPr>
        <p:spPr>
          <a:xfrm>
            <a:off x="8522494" y="4800599"/>
            <a:ext cx="276320" cy="171450"/>
          </a:xfrm>
          <a:prstGeom prst="rect">
            <a:avLst/>
          </a:prstGeom>
        </p:spPr>
        <p:txBody>
          <a:bodyPr vert="horz" lIns="0" tIns="0" rIns="0" bIns="0" rtlCol="0" anchor="ctr"/>
          <a:lstStyle>
            <a:defPPr>
              <a:defRPr lang="en-US"/>
            </a:defPPr>
            <a:lvl1pPr marL="0" algn="r" defTabSz="914400" rtl="0" eaLnBrk="1" latinLnBrk="0" hangingPunct="1">
              <a:defRPr sz="800" b="0" i="0" kern="1200">
                <a:solidFill>
                  <a:schemeClr val="tx1"/>
                </a:solidFill>
                <a:latin typeface="+mn-lt"/>
                <a:ea typeface="Calibri" panose="020F0502020204030204" pitchFamily="34" charset="0"/>
                <a:cs typeface="Calibri" panose="020F050202020403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15F3C1C-9817-214B-A493-8D89031D0F96}" type="slidenum">
              <a:rPr lang="en-US" sz="600" b="0" i="0" smtClean="0">
                <a:solidFill>
                  <a:schemeClr val="bg1"/>
                </a:solidFill>
                <a:latin typeface="+mn-lt"/>
              </a:rPr>
              <a:pPr/>
              <a:t>‹#›</a:t>
            </a:fld>
            <a:endParaRPr lang="en-US" sz="600" b="0" i="0">
              <a:solidFill>
                <a:schemeClr val="bg1"/>
              </a:solidFill>
              <a:latin typeface="+mn-lt"/>
            </a:endParaRPr>
          </a:p>
        </p:txBody>
      </p:sp>
    </p:spTree>
    <p:extLst>
      <p:ext uri="{BB962C8B-B14F-4D97-AF65-F5344CB8AC3E}">
        <p14:creationId xmlns:p14="http://schemas.microsoft.com/office/powerpoint/2010/main" val="2513291986"/>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523583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Title 1"/>
          <p:cNvSpPr>
            <a:spLocks noGrp="1"/>
          </p:cNvSpPr>
          <p:nvPr>
            <p:ph type="title"/>
          </p:nvPr>
        </p:nvSpPr>
        <p:spPr>
          <a:xfrm>
            <a:off x="342900" y="342900"/>
            <a:ext cx="8455914" cy="342900"/>
          </a:xfrm>
        </p:spPr>
        <p:txBody>
          <a:bodyPr/>
          <a:lstStyle>
            <a:lvl1pPr>
              <a:defRPr b="1">
                <a:latin typeface="+mn-lt"/>
              </a:defRPr>
            </a:lvl1pPr>
          </a:lstStyle>
          <a:p>
            <a:r>
              <a:rPr lang="en-US"/>
              <a:t>Click to edit Master title style</a:t>
            </a:r>
          </a:p>
        </p:txBody>
      </p:sp>
      <p:sp>
        <p:nvSpPr>
          <p:cNvPr id="8" name="Text Placeholder 10"/>
          <p:cNvSpPr>
            <a:spLocks noGrp="1"/>
          </p:cNvSpPr>
          <p:nvPr>
            <p:ph type="body" sz="quarter" idx="15" hasCustomPrompt="1"/>
          </p:nvPr>
        </p:nvSpPr>
        <p:spPr>
          <a:xfrm>
            <a:off x="342900" y="173620"/>
            <a:ext cx="2708910" cy="169280"/>
          </a:xfrm>
        </p:spPr>
        <p:txBody>
          <a:bodyPr/>
          <a:lstStyle>
            <a:lvl1pPr>
              <a:defRPr sz="675" b="1" cap="all" baseline="0">
                <a:solidFill>
                  <a:schemeClr val="accent3"/>
                </a:solidFill>
                <a:latin typeface="+mn-lt"/>
              </a:defRPr>
            </a:lvl1pPr>
          </a:lstStyle>
          <a:p>
            <a:pPr lvl="0"/>
            <a:r>
              <a:rPr lang="en-US"/>
              <a:t>Click to add section title</a:t>
            </a:r>
          </a:p>
        </p:txBody>
      </p:sp>
    </p:spTree>
    <p:extLst>
      <p:ext uri="{BB962C8B-B14F-4D97-AF65-F5344CB8AC3E}">
        <p14:creationId xmlns:p14="http://schemas.microsoft.com/office/powerpoint/2010/main" val="33305462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Title">
    <p:spTree>
      <p:nvGrpSpPr>
        <p:cNvPr id="1" name=""/>
        <p:cNvGrpSpPr/>
        <p:nvPr/>
      </p:nvGrpSpPr>
      <p:grpSpPr>
        <a:xfrm>
          <a:off x="0" y="0"/>
          <a:ext cx="0" cy="0"/>
          <a:chOff x="0" y="0"/>
          <a:chExt cx="0" cy="0"/>
        </a:xfrm>
      </p:grpSpPr>
      <p:sp>
        <p:nvSpPr>
          <p:cNvPr id="8" name="Text Placeholder 10"/>
          <p:cNvSpPr>
            <a:spLocks noGrp="1"/>
          </p:cNvSpPr>
          <p:nvPr>
            <p:ph type="body" sz="quarter" idx="15" hasCustomPrompt="1"/>
          </p:nvPr>
        </p:nvSpPr>
        <p:spPr>
          <a:xfrm>
            <a:off x="342900" y="173620"/>
            <a:ext cx="2708910" cy="169280"/>
          </a:xfrm>
        </p:spPr>
        <p:txBody>
          <a:bodyPr/>
          <a:lstStyle>
            <a:lvl1pPr>
              <a:defRPr sz="675" b="1" cap="all" baseline="0">
                <a:solidFill>
                  <a:schemeClr val="accent3"/>
                </a:solidFill>
                <a:latin typeface="+mn-lt"/>
              </a:defRPr>
            </a:lvl1pPr>
          </a:lstStyle>
          <a:p>
            <a:pPr lvl="0"/>
            <a:r>
              <a:rPr lang="en-US"/>
              <a:t>Click to add section title</a:t>
            </a:r>
          </a:p>
        </p:txBody>
      </p:sp>
    </p:spTree>
    <p:extLst>
      <p:ext uri="{BB962C8B-B14F-4D97-AF65-F5344CB8AC3E}">
        <p14:creationId xmlns:p14="http://schemas.microsoft.com/office/powerpoint/2010/main" val="33213973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 Text">
    <p:spTree>
      <p:nvGrpSpPr>
        <p:cNvPr id="1" name=""/>
        <p:cNvGrpSpPr/>
        <p:nvPr/>
      </p:nvGrpSpPr>
      <p:grpSpPr>
        <a:xfrm>
          <a:off x="0" y="0"/>
          <a:ext cx="0" cy="0"/>
          <a:chOff x="0" y="0"/>
          <a:chExt cx="0" cy="0"/>
        </a:xfrm>
      </p:grpSpPr>
      <p:sp>
        <p:nvSpPr>
          <p:cNvPr id="10" name="Text Placeholder 9"/>
          <p:cNvSpPr>
            <a:spLocks noGrp="1"/>
          </p:cNvSpPr>
          <p:nvPr>
            <p:ph type="body" sz="quarter" idx="10"/>
          </p:nvPr>
        </p:nvSpPr>
        <p:spPr>
          <a:xfrm>
            <a:off x="342900" y="855080"/>
            <a:ext cx="7022306" cy="3774069"/>
          </a:xfrm>
        </p:spPr>
        <p:txBody>
          <a:bodyPr lIns="0" tIns="0" rIns="0" bIns="0"/>
          <a:lstStyle>
            <a:lvl1pPr marL="0" indent="0">
              <a:lnSpc>
                <a:spcPct val="110000"/>
              </a:lnSpc>
              <a:spcAft>
                <a:spcPts val="0"/>
              </a:spcAft>
              <a:buNone/>
              <a:tabLst>
                <a:tab pos="2438400" algn="l"/>
              </a:tabLst>
              <a:defRPr sz="1200" b="0" i="0" baseline="0">
                <a:latin typeface="+mn-lt"/>
              </a:defRPr>
            </a:lvl1pPr>
            <a:lvl2pPr marL="342900" indent="0">
              <a:buNone/>
              <a:defRPr/>
            </a:lvl2pPr>
            <a:lvl3pPr marL="685800" indent="0">
              <a:buNone/>
              <a:defRPr/>
            </a:lvl3pPr>
            <a:lvl4pPr marL="1028700" indent="0">
              <a:buNone/>
              <a:defRPr/>
            </a:lvl4pPr>
            <a:lvl5pPr marL="1371600" indent="0">
              <a:buNone/>
              <a:defRPr/>
            </a:lvl5pPr>
          </a:lstStyle>
          <a:p>
            <a:pPr lvl="0"/>
            <a:r>
              <a:rPr lang="en-US"/>
              <a:t>Edit Master text styles</a:t>
            </a:r>
          </a:p>
        </p:txBody>
      </p:sp>
      <p:sp>
        <p:nvSpPr>
          <p:cNvPr id="11" name="Title 1"/>
          <p:cNvSpPr>
            <a:spLocks noGrp="1"/>
          </p:cNvSpPr>
          <p:nvPr>
            <p:ph type="title"/>
          </p:nvPr>
        </p:nvSpPr>
        <p:spPr>
          <a:xfrm>
            <a:off x="342900" y="342900"/>
            <a:ext cx="8455914" cy="342900"/>
          </a:xfrm>
        </p:spPr>
        <p:txBody>
          <a:bodyPr/>
          <a:lstStyle>
            <a:lvl1pPr>
              <a:defRPr b="1">
                <a:latin typeface="+mn-lt"/>
              </a:defRPr>
            </a:lvl1pPr>
          </a:lstStyle>
          <a:p>
            <a:r>
              <a:rPr lang="en-US"/>
              <a:t>Click to edit Master title style</a:t>
            </a:r>
          </a:p>
        </p:txBody>
      </p:sp>
      <p:sp>
        <p:nvSpPr>
          <p:cNvPr id="12" name="Text Placeholder 10"/>
          <p:cNvSpPr>
            <a:spLocks noGrp="1"/>
          </p:cNvSpPr>
          <p:nvPr>
            <p:ph type="body" sz="quarter" idx="15" hasCustomPrompt="1"/>
          </p:nvPr>
        </p:nvSpPr>
        <p:spPr>
          <a:xfrm>
            <a:off x="342900" y="173620"/>
            <a:ext cx="2708910" cy="169280"/>
          </a:xfrm>
        </p:spPr>
        <p:txBody>
          <a:bodyPr/>
          <a:lstStyle>
            <a:lvl1pPr>
              <a:defRPr sz="675" b="1" cap="all" baseline="0">
                <a:solidFill>
                  <a:schemeClr val="accent3"/>
                </a:solidFill>
                <a:latin typeface="+mn-lt"/>
              </a:defRPr>
            </a:lvl1pPr>
          </a:lstStyle>
          <a:p>
            <a:pPr lvl="0"/>
            <a:r>
              <a:rPr lang="en-US"/>
              <a:t>Click to add section title</a:t>
            </a:r>
          </a:p>
        </p:txBody>
      </p:sp>
    </p:spTree>
    <p:extLst>
      <p:ext uri="{BB962C8B-B14F-4D97-AF65-F5344CB8AC3E}">
        <p14:creationId xmlns:p14="http://schemas.microsoft.com/office/powerpoint/2010/main" val="2402786929"/>
      </p:ext>
    </p:extLst>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_Title + Text">
    <p:spTree>
      <p:nvGrpSpPr>
        <p:cNvPr id="1" name=""/>
        <p:cNvGrpSpPr/>
        <p:nvPr/>
      </p:nvGrpSpPr>
      <p:grpSpPr>
        <a:xfrm>
          <a:off x="0" y="0"/>
          <a:ext cx="0" cy="0"/>
          <a:chOff x="0" y="0"/>
          <a:chExt cx="0" cy="0"/>
        </a:xfrm>
      </p:grpSpPr>
      <p:sp>
        <p:nvSpPr>
          <p:cNvPr id="10" name="Text Placeholder 9"/>
          <p:cNvSpPr>
            <a:spLocks noGrp="1"/>
          </p:cNvSpPr>
          <p:nvPr>
            <p:ph type="body" sz="quarter" idx="10"/>
          </p:nvPr>
        </p:nvSpPr>
        <p:spPr>
          <a:xfrm>
            <a:off x="4433776" y="855080"/>
            <a:ext cx="4365038" cy="3774069"/>
          </a:xfrm>
        </p:spPr>
        <p:txBody>
          <a:bodyPr lIns="0" tIns="0" rIns="0" bIns="0"/>
          <a:lstStyle>
            <a:lvl1pPr marL="0" indent="0">
              <a:lnSpc>
                <a:spcPct val="110000"/>
              </a:lnSpc>
              <a:spcAft>
                <a:spcPts val="0"/>
              </a:spcAft>
              <a:buNone/>
              <a:tabLst>
                <a:tab pos="2438400" algn="l"/>
              </a:tabLst>
              <a:defRPr sz="1200" b="0" i="0" baseline="0">
                <a:latin typeface="+mj-lt"/>
              </a:defRPr>
            </a:lvl1pPr>
            <a:lvl2pPr marL="342900" indent="0">
              <a:buNone/>
              <a:defRPr/>
            </a:lvl2pPr>
            <a:lvl3pPr marL="685800" indent="0">
              <a:buNone/>
              <a:defRPr/>
            </a:lvl3pPr>
            <a:lvl4pPr marL="1028700" indent="0">
              <a:buNone/>
              <a:defRPr/>
            </a:lvl4pPr>
            <a:lvl5pPr marL="1371600" indent="0">
              <a:buNone/>
              <a:defRPr/>
            </a:lvl5pPr>
          </a:lstStyle>
          <a:p>
            <a:pPr lvl="0"/>
            <a:r>
              <a:rPr lang="en-US" dirty="0"/>
              <a:t>Edit Master text styles</a:t>
            </a:r>
          </a:p>
        </p:txBody>
      </p:sp>
      <p:sp>
        <p:nvSpPr>
          <p:cNvPr id="11" name="Title 1"/>
          <p:cNvSpPr>
            <a:spLocks noGrp="1"/>
          </p:cNvSpPr>
          <p:nvPr>
            <p:ph type="title"/>
          </p:nvPr>
        </p:nvSpPr>
        <p:spPr>
          <a:xfrm>
            <a:off x="342900" y="342900"/>
            <a:ext cx="8455914" cy="342900"/>
          </a:xfrm>
        </p:spPr>
        <p:txBody>
          <a:bodyPr/>
          <a:lstStyle>
            <a:lvl1pPr>
              <a:defRPr b="1">
                <a:latin typeface="+mj-lt"/>
              </a:defRPr>
            </a:lvl1pPr>
          </a:lstStyle>
          <a:p>
            <a:r>
              <a:rPr lang="en-US" dirty="0"/>
              <a:t>Click to edit Master title style</a:t>
            </a:r>
          </a:p>
        </p:txBody>
      </p:sp>
      <p:sp>
        <p:nvSpPr>
          <p:cNvPr id="12" name="Text Placeholder 10"/>
          <p:cNvSpPr>
            <a:spLocks noGrp="1"/>
          </p:cNvSpPr>
          <p:nvPr>
            <p:ph type="body" sz="quarter" idx="15" hasCustomPrompt="1"/>
          </p:nvPr>
        </p:nvSpPr>
        <p:spPr>
          <a:xfrm>
            <a:off x="342900" y="173620"/>
            <a:ext cx="2708910" cy="169280"/>
          </a:xfrm>
        </p:spPr>
        <p:txBody>
          <a:bodyPr/>
          <a:lstStyle>
            <a:lvl1pPr>
              <a:defRPr sz="675" b="1" cap="all" baseline="0">
                <a:solidFill>
                  <a:schemeClr val="accent3"/>
                </a:solidFill>
                <a:latin typeface="+mj-lt"/>
              </a:defRPr>
            </a:lvl1pPr>
          </a:lstStyle>
          <a:p>
            <a:pPr lvl="0"/>
            <a:r>
              <a:rPr lang="en-US"/>
              <a:t>Click to add section title</a:t>
            </a:r>
          </a:p>
        </p:txBody>
      </p:sp>
      <p:sp>
        <p:nvSpPr>
          <p:cNvPr id="6" name="Text Placeholder 9">
            <a:extLst>
              <a:ext uri="{FF2B5EF4-FFF2-40B4-BE49-F238E27FC236}">
                <a16:creationId xmlns:a16="http://schemas.microsoft.com/office/drawing/2014/main" id="{47BF3F39-D94F-BC48-8482-2214B9D8033C}"/>
              </a:ext>
            </a:extLst>
          </p:cNvPr>
          <p:cNvSpPr>
            <a:spLocks noGrp="1"/>
          </p:cNvSpPr>
          <p:nvPr>
            <p:ph type="body" sz="quarter" idx="16"/>
          </p:nvPr>
        </p:nvSpPr>
        <p:spPr>
          <a:xfrm>
            <a:off x="342900" y="855080"/>
            <a:ext cx="3955312" cy="3774069"/>
          </a:xfrm>
        </p:spPr>
        <p:txBody>
          <a:bodyPr lIns="0" tIns="0" rIns="0" bIns="0"/>
          <a:lstStyle>
            <a:lvl1pPr marL="0" indent="0">
              <a:lnSpc>
                <a:spcPct val="110000"/>
              </a:lnSpc>
              <a:spcAft>
                <a:spcPts val="0"/>
              </a:spcAft>
              <a:buNone/>
              <a:tabLst>
                <a:tab pos="2438400" algn="l"/>
              </a:tabLst>
              <a:defRPr sz="1000" b="0" i="0" baseline="0">
                <a:latin typeface="+mj-lt"/>
              </a:defRPr>
            </a:lvl1pPr>
            <a:lvl2pPr marL="342900" indent="0">
              <a:buNone/>
              <a:defRPr/>
            </a:lvl2pPr>
            <a:lvl3pPr marL="685800" indent="0">
              <a:buNone/>
              <a:defRPr/>
            </a:lvl3pPr>
            <a:lvl4pPr marL="1028700" indent="0">
              <a:buNone/>
              <a:defRPr/>
            </a:lvl4pPr>
            <a:lvl5pPr marL="1371600" indent="0">
              <a:buNone/>
              <a:defRPr/>
            </a:lvl5pPr>
          </a:lstStyle>
          <a:p>
            <a:pPr lvl="0"/>
            <a:r>
              <a:rPr lang="en-US" dirty="0"/>
              <a:t>Edit Master text styles</a:t>
            </a:r>
          </a:p>
        </p:txBody>
      </p:sp>
    </p:spTree>
    <p:extLst>
      <p:ext uri="{BB962C8B-B14F-4D97-AF65-F5344CB8AC3E}">
        <p14:creationId xmlns:p14="http://schemas.microsoft.com/office/powerpoint/2010/main" val="2291217687"/>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Title + Text">
    <p:spTree>
      <p:nvGrpSpPr>
        <p:cNvPr id="1" name=""/>
        <p:cNvGrpSpPr/>
        <p:nvPr/>
      </p:nvGrpSpPr>
      <p:grpSpPr>
        <a:xfrm>
          <a:off x="0" y="0"/>
          <a:ext cx="0" cy="0"/>
          <a:chOff x="0" y="0"/>
          <a:chExt cx="0" cy="0"/>
        </a:xfrm>
      </p:grpSpPr>
      <p:sp>
        <p:nvSpPr>
          <p:cNvPr id="10" name="Text Placeholder 9"/>
          <p:cNvSpPr>
            <a:spLocks noGrp="1"/>
          </p:cNvSpPr>
          <p:nvPr>
            <p:ph type="body" sz="quarter" idx="10"/>
          </p:nvPr>
        </p:nvSpPr>
        <p:spPr>
          <a:xfrm>
            <a:off x="342900" y="855080"/>
            <a:ext cx="8455914" cy="3774069"/>
          </a:xfrm>
        </p:spPr>
        <p:txBody>
          <a:bodyPr lIns="0" tIns="0" rIns="0" bIns="0"/>
          <a:lstStyle>
            <a:lvl1pPr marL="0" indent="0">
              <a:lnSpc>
                <a:spcPct val="110000"/>
              </a:lnSpc>
              <a:spcAft>
                <a:spcPts val="0"/>
              </a:spcAft>
              <a:buNone/>
              <a:tabLst>
                <a:tab pos="2438400" algn="l"/>
              </a:tabLst>
              <a:defRPr sz="1000" b="0" i="0" baseline="0">
                <a:latin typeface="+mj-lt"/>
              </a:defRPr>
            </a:lvl1pPr>
            <a:lvl2pPr marL="342900" indent="0">
              <a:buNone/>
              <a:defRPr/>
            </a:lvl2pPr>
            <a:lvl3pPr marL="685800" indent="0">
              <a:buNone/>
              <a:defRPr/>
            </a:lvl3pPr>
            <a:lvl4pPr marL="1028700" indent="0">
              <a:buNone/>
              <a:defRPr/>
            </a:lvl4pPr>
            <a:lvl5pPr marL="1371600" indent="0">
              <a:buNone/>
              <a:defRPr/>
            </a:lvl5pPr>
          </a:lstStyle>
          <a:p>
            <a:pPr lvl="0"/>
            <a:r>
              <a:rPr lang="en-US" dirty="0"/>
              <a:t>Edit Master text styles</a:t>
            </a:r>
          </a:p>
        </p:txBody>
      </p:sp>
      <p:sp>
        <p:nvSpPr>
          <p:cNvPr id="11" name="Title 1"/>
          <p:cNvSpPr>
            <a:spLocks noGrp="1"/>
          </p:cNvSpPr>
          <p:nvPr>
            <p:ph type="title"/>
          </p:nvPr>
        </p:nvSpPr>
        <p:spPr>
          <a:xfrm>
            <a:off x="342900" y="342900"/>
            <a:ext cx="8455914" cy="342900"/>
          </a:xfrm>
        </p:spPr>
        <p:txBody>
          <a:bodyPr/>
          <a:lstStyle>
            <a:lvl1pPr>
              <a:defRPr b="1">
                <a:latin typeface="+mn-lt"/>
              </a:defRPr>
            </a:lvl1pPr>
          </a:lstStyle>
          <a:p>
            <a:r>
              <a:rPr lang="en-US"/>
              <a:t>Click to edit Master title style</a:t>
            </a:r>
          </a:p>
        </p:txBody>
      </p:sp>
      <p:sp>
        <p:nvSpPr>
          <p:cNvPr id="12" name="Text Placeholder 10"/>
          <p:cNvSpPr>
            <a:spLocks noGrp="1"/>
          </p:cNvSpPr>
          <p:nvPr>
            <p:ph type="body" sz="quarter" idx="15" hasCustomPrompt="1"/>
          </p:nvPr>
        </p:nvSpPr>
        <p:spPr>
          <a:xfrm>
            <a:off x="342900" y="173620"/>
            <a:ext cx="2708910" cy="169280"/>
          </a:xfrm>
        </p:spPr>
        <p:txBody>
          <a:bodyPr/>
          <a:lstStyle>
            <a:lvl1pPr>
              <a:defRPr sz="675" b="1" cap="all" baseline="0">
                <a:solidFill>
                  <a:schemeClr val="accent3"/>
                </a:solidFill>
                <a:latin typeface="+mn-lt"/>
              </a:defRPr>
            </a:lvl1pPr>
          </a:lstStyle>
          <a:p>
            <a:pPr lvl="0"/>
            <a:r>
              <a:rPr lang="en-US"/>
              <a:t>Click to add section title</a:t>
            </a:r>
          </a:p>
        </p:txBody>
      </p:sp>
    </p:spTree>
    <p:extLst>
      <p:ext uri="{BB962C8B-B14F-4D97-AF65-F5344CB8AC3E}">
        <p14:creationId xmlns:p14="http://schemas.microsoft.com/office/powerpoint/2010/main" val="2858222598"/>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2_Title + Text">
    <p:bg>
      <p:bgPr>
        <a:solidFill>
          <a:schemeClr val="tx1"/>
        </a:solidFill>
        <a:effectLst/>
      </p:bgPr>
    </p:bg>
    <p:spTree>
      <p:nvGrpSpPr>
        <p:cNvPr id="1" name=""/>
        <p:cNvGrpSpPr/>
        <p:nvPr/>
      </p:nvGrpSpPr>
      <p:grpSpPr>
        <a:xfrm>
          <a:off x="0" y="0"/>
          <a:ext cx="0" cy="0"/>
          <a:chOff x="0" y="0"/>
          <a:chExt cx="0" cy="0"/>
        </a:xfrm>
      </p:grpSpPr>
      <p:sp>
        <p:nvSpPr>
          <p:cNvPr id="10" name="Text Placeholder 9"/>
          <p:cNvSpPr>
            <a:spLocks noGrp="1"/>
          </p:cNvSpPr>
          <p:nvPr>
            <p:ph type="body" sz="quarter" idx="10"/>
          </p:nvPr>
        </p:nvSpPr>
        <p:spPr>
          <a:xfrm>
            <a:off x="342900" y="855080"/>
            <a:ext cx="8455914" cy="3774069"/>
          </a:xfrm>
        </p:spPr>
        <p:txBody>
          <a:bodyPr lIns="0" tIns="0" rIns="0" bIns="0"/>
          <a:lstStyle>
            <a:lvl1pPr marL="0" indent="0">
              <a:lnSpc>
                <a:spcPct val="110000"/>
              </a:lnSpc>
              <a:spcAft>
                <a:spcPts val="0"/>
              </a:spcAft>
              <a:buNone/>
              <a:tabLst>
                <a:tab pos="2438400" algn="l"/>
              </a:tabLst>
              <a:defRPr sz="6600" b="0" i="0" baseline="0">
                <a:solidFill>
                  <a:schemeClr val="bg1"/>
                </a:solidFill>
                <a:latin typeface="+mj-lt"/>
              </a:defRPr>
            </a:lvl1pPr>
            <a:lvl2pPr marL="342900" indent="0">
              <a:buNone/>
              <a:defRPr/>
            </a:lvl2pPr>
            <a:lvl3pPr marL="685800" indent="0">
              <a:buNone/>
              <a:defRPr/>
            </a:lvl3pPr>
            <a:lvl4pPr marL="1028700" indent="0">
              <a:buNone/>
              <a:defRPr/>
            </a:lvl4pPr>
            <a:lvl5pPr marL="1371600" indent="0">
              <a:buNone/>
              <a:defRPr/>
            </a:lvl5pPr>
          </a:lstStyle>
          <a:p>
            <a:pPr lvl="0"/>
            <a:r>
              <a:rPr lang="en-US"/>
              <a:t>Edit Master text styles</a:t>
            </a:r>
          </a:p>
        </p:txBody>
      </p:sp>
      <p:sp>
        <p:nvSpPr>
          <p:cNvPr id="11" name="Title 1"/>
          <p:cNvSpPr>
            <a:spLocks noGrp="1"/>
          </p:cNvSpPr>
          <p:nvPr>
            <p:ph type="title"/>
          </p:nvPr>
        </p:nvSpPr>
        <p:spPr>
          <a:xfrm>
            <a:off x="342900" y="342900"/>
            <a:ext cx="8455914" cy="342900"/>
          </a:xfrm>
        </p:spPr>
        <p:txBody>
          <a:bodyPr/>
          <a:lstStyle>
            <a:lvl1pPr>
              <a:defRPr b="1">
                <a:solidFill>
                  <a:schemeClr val="bg1"/>
                </a:solidFill>
                <a:latin typeface="+mn-lt"/>
              </a:defRPr>
            </a:lvl1pPr>
          </a:lstStyle>
          <a:p>
            <a:r>
              <a:rPr lang="en-US"/>
              <a:t>Click to edit Master title style</a:t>
            </a:r>
          </a:p>
        </p:txBody>
      </p:sp>
      <p:sp>
        <p:nvSpPr>
          <p:cNvPr id="12" name="Text Placeholder 10"/>
          <p:cNvSpPr>
            <a:spLocks noGrp="1"/>
          </p:cNvSpPr>
          <p:nvPr>
            <p:ph type="body" sz="quarter" idx="15" hasCustomPrompt="1"/>
          </p:nvPr>
        </p:nvSpPr>
        <p:spPr>
          <a:xfrm>
            <a:off x="342900" y="173620"/>
            <a:ext cx="2708910" cy="169280"/>
          </a:xfrm>
        </p:spPr>
        <p:txBody>
          <a:bodyPr/>
          <a:lstStyle>
            <a:lvl1pPr>
              <a:defRPr sz="675" b="1" cap="all" baseline="0">
                <a:solidFill>
                  <a:schemeClr val="accent3"/>
                </a:solidFill>
                <a:latin typeface="+mn-lt"/>
              </a:defRPr>
            </a:lvl1pPr>
          </a:lstStyle>
          <a:p>
            <a:pPr lvl="0"/>
            <a:r>
              <a:rPr lang="en-US"/>
              <a:t>Click to add section title</a:t>
            </a:r>
          </a:p>
        </p:txBody>
      </p:sp>
      <p:sp>
        <p:nvSpPr>
          <p:cNvPr id="8" name="Slide Number Placeholder 13">
            <a:extLst>
              <a:ext uri="{FF2B5EF4-FFF2-40B4-BE49-F238E27FC236}">
                <a16:creationId xmlns:a16="http://schemas.microsoft.com/office/drawing/2014/main" id="{841CA2A1-3D39-2344-A5FA-9709C1FE6425}"/>
              </a:ext>
            </a:extLst>
          </p:cNvPr>
          <p:cNvSpPr txBox="1">
            <a:spLocks/>
          </p:cNvSpPr>
          <p:nvPr userDrawn="1"/>
        </p:nvSpPr>
        <p:spPr>
          <a:xfrm>
            <a:off x="8522494" y="4800599"/>
            <a:ext cx="276320" cy="171450"/>
          </a:xfrm>
          <a:prstGeom prst="rect">
            <a:avLst/>
          </a:prstGeom>
        </p:spPr>
        <p:txBody>
          <a:bodyPr vert="horz" lIns="0" tIns="0" rIns="0" bIns="0" rtlCol="0" anchor="ctr"/>
          <a:lstStyle>
            <a:defPPr>
              <a:defRPr lang="en-US"/>
            </a:defPPr>
            <a:lvl1pPr marL="0" algn="r" defTabSz="914400" rtl="0" eaLnBrk="1" latinLnBrk="0" hangingPunct="1">
              <a:defRPr sz="800" b="0" i="0" kern="1200">
                <a:solidFill>
                  <a:schemeClr val="tx1"/>
                </a:solidFill>
                <a:latin typeface="+mn-lt"/>
                <a:ea typeface="Calibri" panose="020F0502020204030204" pitchFamily="34" charset="0"/>
                <a:cs typeface="Calibri" panose="020F050202020403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15F3C1C-9817-214B-A493-8D89031D0F96}" type="slidenum">
              <a:rPr lang="en-US" sz="600" b="0" i="0" smtClean="0">
                <a:solidFill>
                  <a:schemeClr val="bg1"/>
                </a:solidFill>
                <a:latin typeface="Human Sans Regular" pitchFamily="2" charset="77"/>
              </a:rPr>
              <a:pPr/>
              <a:t>‹#›</a:t>
            </a:fld>
            <a:endParaRPr lang="en-US" sz="600" b="0" i="0">
              <a:solidFill>
                <a:schemeClr val="bg1"/>
              </a:solidFill>
              <a:latin typeface="Human Sans Regular" pitchFamily="2" charset="77"/>
            </a:endParaRPr>
          </a:p>
        </p:txBody>
      </p:sp>
    </p:spTree>
    <p:extLst>
      <p:ext uri="{BB962C8B-B14F-4D97-AF65-F5344CB8AC3E}">
        <p14:creationId xmlns:p14="http://schemas.microsoft.com/office/powerpoint/2010/main" val="1481691825"/>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42901" y="342900"/>
            <a:ext cx="7020408" cy="342900"/>
          </a:xfrm>
          <a:prstGeom prst="rect">
            <a:avLst/>
          </a:prstGeom>
        </p:spPr>
        <p:txBody>
          <a:bodyPr vert="horz" lIns="0" tIns="0" rIns="0" bIns="0" rtlCol="0" anchor="t">
            <a:noAutofit/>
          </a:bodyPr>
          <a:lstStyle/>
          <a:p>
            <a:r>
              <a:rPr lang="en-US"/>
              <a:t>Click to edit Master title style</a:t>
            </a:r>
          </a:p>
        </p:txBody>
      </p:sp>
      <p:sp>
        <p:nvSpPr>
          <p:cNvPr id="3" name="Text Placeholder 2"/>
          <p:cNvSpPr>
            <a:spLocks noGrp="1"/>
          </p:cNvSpPr>
          <p:nvPr>
            <p:ph type="body" idx="1"/>
          </p:nvPr>
        </p:nvSpPr>
        <p:spPr>
          <a:xfrm>
            <a:off x="342901" y="859971"/>
            <a:ext cx="7022306" cy="3769178"/>
          </a:xfrm>
          <a:prstGeom prst="rect">
            <a:avLst/>
          </a:prstGeom>
        </p:spPr>
        <p:txBody>
          <a:bodyPr vert="horz" lIns="0" tIns="0" rIns="0" bIns="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13"/>
          <p:cNvSpPr txBox="1">
            <a:spLocks/>
          </p:cNvSpPr>
          <p:nvPr userDrawn="1"/>
        </p:nvSpPr>
        <p:spPr>
          <a:xfrm>
            <a:off x="8522494" y="4800599"/>
            <a:ext cx="276320" cy="171450"/>
          </a:xfrm>
          <a:prstGeom prst="rect">
            <a:avLst/>
          </a:prstGeom>
        </p:spPr>
        <p:txBody>
          <a:bodyPr vert="horz" lIns="0" tIns="0" rIns="0" bIns="0" rtlCol="0" anchor="ctr"/>
          <a:lstStyle>
            <a:defPPr>
              <a:defRPr lang="en-US"/>
            </a:defPPr>
            <a:lvl1pPr marL="0" algn="r" defTabSz="914400" rtl="0" eaLnBrk="1" latinLnBrk="0" hangingPunct="1">
              <a:defRPr sz="800" b="0" i="0" kern="1200">
                <a:solidFill>
                  <a:schemeClr val="tx1"/>
                </a:solidFill>
                <a:latin typeface="+mn-lt"/>
                <a:ea typeface="Calibri" panose="020F0502020204030204" pitchFamily="34" charset="0"/>
                <a:cs typeface="Calibri" panose="020F050202020403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15F3C1C-9817-214B-A493-8D89031D0F96}" type="slidenum">
              <a:rPr lang="en-US" sz="600" b="0" i="0" smtClean="0">
                <a:latin typeface="Calibri" panose="020F0502020204030204" pitchFamily="34" charset="0"/>
                <a:cs typeface="Calibri" panose="020F0502020204030204" pitchFamily="34" charset="0"/>
              </a:rPr>
              <a:pPr/>
              <a:t>‹#›</a:t>
            </a:fld>
            <a:endParaRPr lang="en-US" sz="600" b="0" i="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127938063"/>
      </p:ext>
    </p:extLst>
  </p:cSld>
  <p:clrMap bg1="lt1" tx1="dk1" bg2="lt2" tx2="dk2" accent1="accent1" accent2="accent2" accent3="accent3" accent4="accent4" accent5="accent5" accent6="accent6" hlink="hlink" folHlink="folHlink"/>
  <p:sldLayoutIdLst>
    <p:sldLayoutId id="2147483863" r:id="rId1"/>
    <p:sldLayoutId id="2147483816" r:id="rId2"/>
    <p:sldLayoutId id="2147483822" r:id="rId3"/>
    <p:sldLayoutId id="2147483823" r:id="rId4"/>
    <p:sldLayoutId id="2147483824" r:id="rId5"/>
    <p:sldLayoutId id="2147483825" r:id="rId6"/>
    <p:sldLayoutId id="2147483826" r:id="rId7"/>
    <p:sldLayoutId id="2147483828" r:id="rId8"/>
    <p:sldLayoutId id="2147483829" r:id="rId9"/>
  </p:sldLayoutIdLst>
  <p:hf hdr="0" dt="0"/>
  <p:txStyles>
    <p:titleStyle>
      <a:lvl1pPr algn="l" defTabSz="685800" rtl="0" eaLnBrk="1" latinLnBrk="0" hangingPunct="1">
        <a:lnSpc>
          <a:spcPct val="100000"/>
        </a:lnSpc>
        <a:spcBef>
          <a:spcPct val="0"/>
        </a:spcBef>
        <a:buNone/>
        <a:defRPr sz="1650" b="0" i="0" kern="1200">
          <a:solidFill>
            <a:schemeClr val="tx1"/>
          </a:solidFill>
          <a:latin typeface="+mn-lt"/>
          <a:ea typeface="Calibri" panose="020F0502020204030204" pitchFamily="34" charset="0"/>
          <a:cs typeface="Calibri" panose="020F0502020204030204" pitchFamily="34" charset="0"/>
        </a:defRPr>
      </a:lvl1pPr>
    </p:titleStyle>
    <p:bodyStyle>
      <a:lvl1pPr marL="0" indent="0" algn="l" defTabSz="685800" rtl="0" eaLnBrk="1" latinLnBrk="0" hangingPunct="1">
        <a:lnSpc>
          <a:spcPct val="110000"/>
        </a:lnSpc>
        <a:spcBef>
          <a:spcPts val="450"/>
        </a:spcBef>
        <a:spcAft>
          <a:spcPts val="0"/>
        </a:spcAft>
        <a:buFont typeface="Arial" panose="020B0604020202020204" pitchFamily="34" charset="0"/>
        <a:buNone/>
        <a:defRPr sz="750" b="0" i="0" kern="1200">
          <a:solidFill>
            <a:schemeClr val="tx1"/>
          </a:solidFill>
          <a:latin typeface="+mn-lt"/>
          <a:ea typeface="Calibri" panose="020F0502020204030204" pitchFamily="34" charset="0"/>
          <a:cs typeface="Calibri" panose="020F0502020204030204" pitchFamily="34" charset="0"/>
        </a:defRPr>
      </a:lvl1pPr>
      <a:lvl2pPr marL="514350" indent="-171450" algn="l" defTabSz="685800" rtl="0" eaLnBrk="1" latinLnBrk="0" hangingPunct="1">
        <a:lnSpc>
          <a:spcPct val="110000"/>
        </a:lnSpc>
        <a:spcBef>
          <a:spcPts val="450"/>
        </a:spcBef>
        <a:spcAft>
          <a:spcPts val="0"/>
        </a:spcAft>
        <a:buFont typeface="Arial" panose="020B0604020202020204" pitchFamily="34" charset="0"/>
        <a:buChar char="•"/>
        <a:defRPr sz="750" b="0" i="0" kern="1200">
          <a:solidFill>
            <a:schemeClr val="tx1"/>
          </a:solidFill>
          <a:latin typeface="+mn-lt"/>
          <a:ea typeface="Calibri" panose="020F0502020204030204" pitchFamily="34" charset="0"/>
          <a:cs typeface="Calibri" panose="020F0502020204030204" pitchFamily="34" charset="0"/>
        </a:defRPr>
      </a:lvl2pPr>
      <a:lvl3pPr marL="857250" indent="-171450" algn="l" defTabSz="685800" rtl="0" eaLnBrk="1" latinLnBrk="0" hangingPunct="1">
        <a:lnSpc>
          <a:spcPct val="110000"/>
        </a:lnSpc>
        <a:spcBef>
          <a:spcPts val="450"/>
        </a:spcBef>
        <a:spcAft>
          <a:spcPts val="0"/>
        </a:spcAft>
        <a:buFont typeface="Arial" panose="020B0604020202020204" pitchFamily="34" charset="0"/>
        <a:buChar char="•"/>
        <a:defRPr sz="750" b="0" i="0" kern="1200">
          <a:solidFill>
            <a:schemeClr val="tx1"/>
          </a:solidFill>
          <a:latin typeface="+mn-lt"/>
          <a:ea typeface="Calibri" panose="020F0502020204030204" pitchFamily="34" charset="0"/>
          <a:cs typeface="Calibri" panose="020F0502020204030204" pitchFamily="34" charset="0"/>
        </a:defRPr>
      </a:lvl3pPr>
      <a:lvl4pPr marL="1200150" indent="-171450" algn="l" defTabSz="685800" rtl="0" eaLnBrk="1" latinLnBrk="0" hangingPunct="1">
        <a:lnSpc>
          <a:spcPct val="110000"/>
        </a:lnSpc>
        <a:spcBef>
          <a:spcPts val="450"/>
        </a:spcBef>
        <a:spcAft>
          <a:spcPts val="0"/>
        </a:spcAft>
        <a:buFont typeface="Arial" panose="020B0604020202020204" pitchFamily="34" charset="0"/>
        <a:buChar char="•"/>
        <a:defRPr sz="750" b="0" i="0" kern="1200">
          <a:solidFill>
            <a:schemeClr val="tx1"/>
          </a:solidFill>
          <a:latin typeface="+mn-lt"/>
          <a:ea typeface="Calibri" panose="020F0502020204030204" pitchFamily="34" charset="0"/>
          <a:cs typeface="Calibri" panose="020F0502020204030204" pitchFamily="34" charset="0"/>
        </a:defRPr>
      </a:lvl4pPr>
      <a:lvl5pPr marL="1543050" indent="-171450" algn="l" defTabSz="685800" rtl="0" eaLnBrk="1" latinLnBrk="0" hangingPunct="1">
        <a:lnSpc>
          <a:spcPct val="110000"/>
        </a:lnSpc>
        <a:spcBef>
          <a:spcPts val="450"/>
        </a:spcBef>
        <a:spcAft>
          <a:spcPts val="0"/>
        </a:spcAft>
        <a:buFont typeface="Arial" panose="020B0604020202020204" pitchFamily="34" charset="0"/>
        <a:buChar char="•"/>
        <a:defRPr sz="750" b="0" i="0" kern="1200">
          <a:solidFill>
            <a:schemeClr val="tx1"/>
          </a:solidFill>
          <a:latin typeface="+mn-lt"/>
          <a:ea typeface="Calibri" panose="020F0502020204030204" pitchFamily="34" charset="0"/>
          <a:cs typeface="Calibri" panose="020F050202020403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16" orient="horz" pos="144">
          <p15:clr>
            <a:srgbClr val="F26B43"/>
          </p15:clr>
        </p15:guide>
        <p15:guide id="17" orient="horz" pos="288">
          <p15:clr>
            <a:srgbClr val="F26B43"/>
          </p15:clr>
        </p15:guide>
        <p15:guide id="18" orient="horz" pos="432">
          <p15:clr>
            <a:srgbClr val="F26B43"/>
          </p15:clr>
        </p15:guide>
        <p15:guide id="19" orient="horz" pos="576">
          <p15:clr>
            <a:srgbClr val="F26B43"/>
          </p15:clr>
        </p15:guide>
        <p15:guide id="20" orient="horz" pos="720">
          <p15:clr>
            <a:srgbClr val="F26B43"/>
          </p15:clr>
        </p15:guide>
        <p15:guide id="21" orient="horz" pos="864">
          <p15:clr>
            <a:srgbClr val="F26B43"/>
          </p15:clr>
        </p15:guide>
        <p15:guide id="22" orient="horz" pos="1008">
          <p15:clr>
            <a:srgbClr val="F26B43"/>
          </p15:clr>
        </p15:guide>
        <p15:guide id="23" orient="horz" pos="1152">
          <p15:clr>
            <a:srgbClr val="F26B43"/>
          </p15:clr>
        </p15:guide>
        <p15:guide id="24" orient="horz" pos="1296">
          <p15:clr>
            <a:srgbClr val="F26B43"/>
          </p15:clr>
        </p15:guide>
        <p15:guide id="25" orient="horz" pos="1440">
          <p15:clr>
            <a:srgbClr val="F26B43"/>
          </p15:clr>
        </p15:guide>
        <p15:guide id="26" orient="horz" pos="1584">
          <p15:clr>
            <a:srgbClr val="F26B43"/>
          </p15:clr>
        </p15:guide>
        <p15:guide id="27" orient="horz" pos="1728">
          <p15:clr>
            <a:srgbClr val="F26B43"/>
          </p15:clr>
        </p15:guide>
        <p15:guide id="28" orient="horz" pos="1872">
          <p15:clr>
            <a:srgbClr val="F26B43"/>
          </p15:clr>
        </p15:guide>
        <p15:guide id="29" orient="horz" pos="2016">
          <p15:clr>
            <a:srgbClr val="F26B43"/>
          </p15:clr>
        </p15:guide>
        <p15:guide id="30" orient="horz" pos="2304">
          <p15:clr>
            <a:srgbClr val="F26B43"/>
          </p15:clr>
        </p15:guide>
        <p15:guide id="31" orient="horz" pos="2448">
          <p15:clr>
            <a:srgbClr val="F26B43"/>
          </p15:clr>
        </p15:guide>
        <p15:guide id="32" orient="horz" pos="2592">
          <p15:clr>
            <a:srgbClr val="F26B43"/>
          </p15:clr>
        </p15:guide>
        <p15:guide id="33" orient="horz" pos="2736">
          <p15:clr>
            <a:srgbClr val="F26B43"/>
          </p15:clr>
        </p15:guide>
        <p15:guide id="34" orient="horz" pos="2880">
          <p15:clr>
            <a:srgbClr val="F26B43"/>
          </p15:clr>
        </p15:guide>
        <p15:guide id="35" orient="horz" pos="3024">
          <p15:clr>
            <a:srgbClr val="F26B43"/>
          </p15:clr>
        </p15:guide>
        <p15:guide id="36" orient="horz" pos="3168">
          <p15:clr>
            <a:srgbClr val="F26B43"/>
          </p15:clr>
        </p15:guide>
        <p15:guide id="37" orient="horz" pos="3312">
          <p15:clr>
            <a:srgbClr val="F26B43"/>
          </p15:clr>
        </p15:guide>
        <p15:guide id="38" orient="horz" pos="3456">
          <p15:clr>
            <a:srgbClr val="F26B43"/>
          </p15:clr>
        </p15:guide>
        <p15:guide id="39" orient="horz" pos="3600">
          <p15:clr>
            <a:srgbClr val="F26B43"/>
          </p15:clr>
        </p15:guide>
        <p15:guide id="40" orient="horz" pos="3744">
          <p15:clr>
            <a:srgbClr val="F26B43"/>
          </p15:clr>
        </p15:guide>
        <p15:guide id="41" orient="horz" pos="3888">
          <p15:clr>
            <a:srgbClr val="F26B43"/>
          </p15:clr>
        </p15:guide>
        <p15:guide id="43" orient="horz" pos="4176">
          <p15:clr>
            <a:srgbClr val="F26B43"/>
          </p15:clr>
        </p15:guide>
        <p15:guide id="56" orient="horz">
          <p15:clr>
            <a:srgbClr val="F26B43"/>
          </p15:clr>
        </p15:guide>
        <p15:guide id="57" orient="horz" pos="4320">
          <p15:clr>
            <a:srgbClr val="F26B43"/>
          </p15:clr>
        </p15:guide>
        <p15:guide id="58" orient="horz" pos="4032">
          <p15:clr>
            <a:srgbClr val="F26B43"/>
          </p15:clr>
        </p15:guide>
        <p15:guide id="59" pos="288">
          <p15:clr>
            <a:srgbClr val="F26B43"/>
          </p15:clr>
        </p15:guide>
        <p15:guide id="61" pos="7392">
          <p15:clr>
            <a:srgbClr val="F26B43"/>
          </p15:clr>
        </p15:guide>
        <p15:guide id="62" pos="894">
          <p15:clr>
            <a:srgbClr val="F26B43"/>
          </p15:clr>
        </p15:guide>
        <p15:guide id="63" pos="750">
          <p15:clr>
            <a:srgbClr val="F26B43"/>
          </p15:clr>
        </p15:guide>
        <p15:guide id="64" pos="1354">
          <p15:clr>
            <a:srgbClr val="F26B43"/>
          </p15:clr>
        </p15:guide>
        <p15:guide id="65" pos="1498">
          <p15:clr>
            <a:srgbClr val="F26B43"/>
          </p15:clr>
        </p15:guide>
        <p15:guide id="66" pos="1958">
          <p15:clr>
            <a:srgbClr val="F26B43"/>
          </p15:clr>
        </p15:guide>
        <p15:guide id="67" pos="2104">
          <p15:clr>
            <a:srgbClr val="F26B43"/>
          </p15:clr>
        </p15:guide>
        <p15:guide id="68" pos="2710">
          <p15:clr>
            <a:srgbClr val="F26B43"/>
          </p15:clr>
        </p15:guide>
        <p15:guide id="69" pos="2565">
          <p15:clr>
            <a:srgbClr val="F26B43"/>
          </p15:clr>
        </p15:guide>
        <p15:guide id="70" pos="3310">
          <p15:clr>
            <a:srgbClr val="F26B43"/>
          </p15:clr>
        </p15:guide>
        <p15:guide id="71" pos="3168">
          <p15:clr>
            <a:srgbClr val="F26B43"/>
          </p15:clr>
        </p15:guide>
        <p15:guide id="72" pos="3772">
          <p15:clr>
            <a:srgbClr val="F26B43"/>
          </p15:clr>
        </p15:guide>
        <p15:guide id="73" pos="3919">
          <p15:clr>
            <a:srgbClr val="F26B43"/>
          </p15:clr>
        </p15:guide>
        <p15:guide id="74" pos="4376">
          <p15:clr>
            <a:srgbClr val="F26B43"/>
          </p15:clr>
        </p15:guide>
        <p15:guide id="75" pos="4523">
          <p15:clr>
            <a:srgbClr val="F26B43"/>
          </p15:clr>
        </p15:guide>
        <p15:guide id="76" pos="5128">
          <p15:clr>
            <a:srgbClr val="F26B43"/>
          </p15:clr>
        </p15:guide>
        <p15:guide id="77" pos="4981">
          <p15:clr>
            <a:srgbClr val="F26B43"/>
          </p15:clr>
        </p15:guide>
        <p15:guide id="78" pos="5579">
          <p15:clr>
            <a:srgbClr val="F26B43"/>
          </p15:clr>
        </p15:guide>
        <p15:guide id="79" pos="5726">
          <p15:clr>
            <a:srgbClr val="F26B43"/>
          </p15:clr>
        </p15:guide>
        <p15:guide id="80" pos="6186">
          <p15:clr>
            <a:srgbClr val="F26B43"/>
          </p15:clr>
        </p15:guide>
        <p15:guide id="81" pos="6330">
          <p15:clr>
            <a:srgbClr val="F26B43"/>
          </p15:clr>
        </p15:guide>
        <p15:guide id="82" pos="6793">
          <p15:clr>
            <a:srgbClr val="F26B43"/>
          </p15:clr>
        </p15:guide>
        <p15:guide id="83" pos="6933">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azure.microsoft.com/ru-ru/updates?id=547772" TargetMode="Externa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hyperlink" Target="https://techcommunity.microsoft.com/blog/microsoft-security-blog/public-preview-ip-network-firewalls-for-azure-managed-hsm/4484475" TargetMode="Externa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https://techcommunity.microsoft.com/blog/microsoftsentinelblog/announcing-unified-sox--dora-compliance-solutions-in-microsoft-sentinel/4484802" TargetMode="Externa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hyperlink" Target="https://techcommunity.microsoft.com/blog/azuremigrationblog/azure-arc-portal-update-simplifying-onboarding-and-management-at-scale/4477355" TargetMode="Externa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hyperlink" Target="https://techcommunity.microsoft.com/blog/azurevirtualdesktopblog/now-in-public-preview-azure-virtual-desktop-regional-host-pools/4474598" TargetMode="Externa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hyperlink" Target="https://azure.microsoft.com/ru-ru/updates?id=536550" TargetMode="External"/><Relationship Id="rId2" Type="http://schemas.openxmlformats.org/officeDocument/2006/relationships/hyperlink" Target="https://techcommunity.microsoft.com/blog/appsonazureblog/secure-unique-default-hostnames-now-ga-for-functions-and-logic-apps/4484237" TargetMode="Externa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hyperlink" Target="https://azure.microsoft.com/ru-ru/updates?id=548101" TargetMode="Externa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hyperlink" Target="https://techcommunity.microsoft.com/blog/azurestorageblog/announcing-public-preview-of-user-delegation-sas-for-azure-tables-azure-files-an/4485693" TargetMode="Externa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hyperlink" Target="https://techcommunity.microsoft.com/blog/azurestorageblog/azure-file-sync-azure-arc-integration-additional-regions-and-secure-syncing/4486050" TargetMode="External"/><Relationship Id="rId2" Type="http://schemas.openxmlformats.org/officeDocument/2006/relationships/hyperlink" Target="https://azure.microsoft.com/ru-ru/updates?id=548066" TargetMode="Externa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hyperlink" Target="https://azure.microsoft.com/ru-ru/updates?id=548974" TargetMode="Externa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hyperlink" Target="https://techcommunity.microsoft.com/blog/messagingonazureblog/introducing-administration-client-support-for-the-azure-service-bus-emulator/4486433" TargetMode="Externa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hyperlink" Target="https://azure.microsoft.com/ru-ru/updates?id=550685" TargetMode="External"/><Relationship Id="rId2" Type="http://schemas.openxmlformats.org/officeDocument/2006/relationships/hyperlink" Target="https://azure.microsoft.com/ru-ru/updates?id=550379" TargetMode="Externa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hyperlink" Target="https://github.com/azureTimes" TargetMode="Externa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chemeClr val="tx1"/>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281666" y="1200151"/>
            <a:ext cx="8458200" cy="2228850"/>
          </a:xfrm>
        </p:spPr>
        <p:txBody>
          <a:bodyPr/>
          <a:lstStyle/>
          <a:p>
            <a:r>
              <a:rPr lang="en-US" sz="5400" dirty="0"/>
              <a:t>Azure Times #190</a:t>
            </a:r>
          </a:p>
        </p:txBody>
      </p:sp>
      <p:sp>
        <p:nvSpPr>
          <p:cNvPr id="4" name="Text Placeholder 3"/>
          <p:cNvSpPr>
            <a:spLocks noGrp="1"/>
          </p:cNvSpPr>
          <p:nvPr>
            <p:ph type="body" sz="quarter" idx="11"/>
          </p:nvPr>
        </p:nvSpPr>
        <p:spPr/>
        <p:txBody>
          <a:bodyPr/>
          <a:lstStyle/>
          <a:p>
            <a:r>
              <a:rPr lang="en-US" spc="300" dirty="0"/>
              <a:t>January </a:t>
            </a:r>
            <a:r>
              <a:rPr lang="ru-RU" spc="300" dirty="0"/>
              <a:t>26</a:t>
            </a:r>
            <a:r>
              <a:rPr lang="en-US" spc="300" dirty="0"/>
              <a:t>, 2026</a:t>
            </a:r>
          </a:p>
        </p:txBody>
      </p:sp>
      <p:sp>
        <p:nvSpPr>
          <p:cNvPr id="3" name="TextBox 2">
            <a:extLst>
              <a:ext uri="{FF2B5EF4-FFF2-40B4-BE49-F238E27FC236}">
                <a16:creationId xmlns:a16="http://schemas.microsoft.com/office/drawing/2014/main" id="{ED924944-231A-274C-AB8B-3C574947B123}"/>
              </a:ext>
            </a:extLst>
          </p:cNvPr>
          <p:cNvSpPr txBox="1"/>
          <p:nvPr/>
        </p:nvSpPr>
        <p:spPr>
          <a:xfrm>
            <a:off x="539318" y="4887158"/>
            <a:ext cx="0" cy="0"/>
          </a:xfrm>
          <a:prstGeom prst="rect">
            <a:avLst/>
          </a:prstGeom>
          <a:noFill/>
        </p:spPr>
        <p:txBody>
          <a:bodyPr wrap="none" lIns="0" tIns="0" rIns="0" bIns="0" rtlCol="0">
            <a:noAutofit/>
          </a:bodyPr>
          <a:lstStyle/>
          <a:p>
            <a:pPr>
              <a:lnSpc>
                <a:spcPct val="110000"/>
              </a:lnSpc>
              <a:spcBef>
                <a:spcPts val="450"/>
              </a:spcBef>
            </a:pPr>
            <a:endParaRPr lang="en-US" sz="900" err="1">
              <a:ea typeface="Human Sans" charset="0"/>
              <a:cs typeface="Human Sans" charset="0"/>
            </a:endParaRPr>
          </a:p>
        </p:txBody>
      </p:sp>
    </p:spTree>
    <p:extLst>
      <p:ext uri="{BB962C8B-B14F-4D97-AF65-F5344CB8AC3E}">
        <p14:creationId xmlns:p14="http://schemas.microsoft.com/office/powerpoint/2010/main" val="4475520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19CD01-5C36-07DD-85AD-9C54D72D8FEC}"/>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F9BB3323-77C8-AB8E-1BF2-D9EEA58211F1}"/>
              </a:ext>
            </a:extLst>
          </p:cNvPr>
          <p:cNvSpPr>
            <a:spLocks noGrp="1"/>
          </p:cNvSpPr>
          <p:nvPr>
            <p:ph type="body" sz="quarter" idx="13"/>
          </p:nvPr>
        </p:nvSpPr>
        <p:spPr>
          <a:xfrm>
            <a:off x="252845" y="1285875"/>
            <a:ext cx="6271326" cy="1714500"/>
          </a:xfrm>
        </p:spPr>
        <p:txBody>
          <a:bodyPr/>
          <a:lstStyle/>
          <a:p>
            <a:r>
              <a:rPr lang="en-US" sz="4000" dirty="0"/>
              <a:t>Networking</a:t>
            </a:r>
          </a:p>
        </p:txBody>
      </p:sp>
    </p:spTree>
    <p:extLst>
      <p:ext uri="{BB962C8B-B14F-4D97-AF65-F5344CB8AC3E}">
        <p14:creationId xmlns:p14="http://schemas.microsoft.com/office/powerpoint/2010/main" val="8418336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91EA1E-E3F4-D4E0-9E09-F2F862038797}"/>
            </a:ext>
          </a:extLst>
        </p:cNvPr>
        <p:cNvGrpSpPr/>
        <p:nvPr/>
      </p:nvGrpSpPr>
      <p:grpSpPr>
        <a:xfrm>
          <a:off x="0" y="0"/>
          <a:ext cx="0" cy="0"/>
          <a:chOff x="0" y="0"/>
          <a:chExt cx="0" cy="0"/>
        </a:xfrm>
      </p:grpSpPr>
      <p:sp>
        <p:nvSpPr>
          <p:cNvPr id="11" name="Title 10">
            <a:extLst>
              <a:ext uri="{FF2B5EF4-FFF2-40B4-BE49-F238E27FC236}">
                <a16:creationId xmlns:a16="http://schemas.microsoft.com/office/drawing/2014/main" id="{52035F88-72CD-A4F9-73CE-74DBA4A24D02}"/>
              </a:ext>
            </a:extLst>
          </p:cNvPr>
          <p:cNvSpPr>
            <a:spLocks noGrp="1"/>
          </p:cNvSpPr>
          <p:nvPr>
            <p:ph type="title"/>
          </p:nvPr>
        </p:nvSpPr>
        <p:spPr/>
        <p:txBody>
          <a:bodyPr/>
          <a:lstStyle/>
          <a:p>
            <a:r>
              <a:rPr lang="en-US" sz="1800" dirty="0"/>
              <a:t>Networking Updates</a:t>
            </a:r>
            <a:endParaRPr lang="en-US" dirty="0"/>
          </a:p>
        </p:txBody>
      </p:sp>
      <p:sp>
        <p:nvSpPr>
          <p:cNvPr id="13" name="Text Placeholder 12">
            <a:extLst>
              <a:ext uri="{FF2B5EF4-FFF2-40B4-BE49-F238E27FC236}">
                <a16:creationId xmlns:a16="http://schemas.microsoft.com/office/drawing/2014/main" id="{B5259137-31E6-14F0-A368-C1705A0A3F42}"/>
              </a:ext>
            </a:extLst>
          </p:cNvPr>
          <p:cNvSpPr>
            <a:spLocks noGrp="1"/>
          </p:cNvSpPr>
          <p:nvPr>
            <p:ph type="body" sz="quarter" idx="15"/>
          </p:nvPr>
        </p:nvSpPr>
        <p:spPr/>
        <p:txBody>
          <a:bodyPr/>
          <a:lstStyle/>
          <a:p>
            <a:endParaRPr lang="en-US" dirty="0"/>
          </a:p>
        </p:txBody>
      </p:sp>
      <p:sp>
        <p:nvSpPr>
          <p:cNvPr id="14" name="Text Placeholder 13">
            <a:extLst>
              <a:ext uri="{FF2B5EF4-FFF2-40B4-BE49-F238E27FC236}">
                <a16:creationId xmlns:a16="http://schemas.microsoft.com/office/drawing/2014/main" id="{37F06958-73C8-9ACF-8BFA-14340ED83732}"/>
              </a:ext>
            </a:extLst>
          </p:cNvPr>
          <p:cNvSpPr>
            <a:spLocks noGrp="1"/>
          </p:cNvSpPr>
          <p:nvPr>
            <p:ph type="body" sz="quarter" idx="16"/>
          </p:nvPr>
        </p:nvSpPr>
        <p:spPr/>
        <p:txBody>
          <a:bodyPr/>
          <a:lstStyle/>
          <a:p>
            <a:pPr algn="just"/>
            <a:r>
              <a:rPr lang="en-US" dirty="0">
                <a:hlinkClick r:id="rId2"/>
              </a:rPr>
              <a:t>Generally Available: StandardV2 NAT Gateway with zone-redundancy and StandardV2 public IPs </a:t>
            </a:r>
            <a:endParaRPr lang="en-US" dirty="0"/>
          </a:p>
          <a:p>
            <a:pPr algn="just"/>
            <a:r>
              <a:rPr lang="en-US" dirty="0"/>
              <a:t>StandardV2 SKU NAT Gateway is now generally available, delivering enhanced resiliency, greater performance, and dual-stack connectivity, all at the same price as the Standard SKU.  </a:t>
            </a:r>
          </a:p>
          <a:p>
            <a:pPr algn="just"/>
            <a:r>
              <a:rPr lang="en-US" dirty="0"/>
              <a:t>StandardV2 Public IP addresses and prefixes are also generally available. </a:t>
            </a:r>
          </a:p>
          <a:p>
            <a:pPr algn="just"/>
            <a:r>
              <a:rPr lang="en-US" dirty="0"/>
              <a:t>StandardV2 NAT Gateway requires StandardV2 public IPs; Standard SKU public IPs are not supported.  </a:t>
            </a:r>
          </a:p>
          <a:p>
            <a:pPr algn="just"/>
            <a:r>
              <a:rPr lang="en-US" dirty="0"/>
              <a:t>What’s new with StandardV2 NAT Gateway:  </a:t>
            </a:r>
          </a:p>
          <a:p>
            <a:pPr marL="171450" indent="-171450" algn="just">
              <a:buFont typeface="Arial" panose="020B0604020202020204" pitchFamily="34" charset="0"/>
              <a:buChar char="•"/>
            </a:pPr>
            <a:r>
              <a:rPr lang="en-US" dirty="0"/>
              <a:t>Zone-redundancy: Automatically maintains outbound connectivity during single zone failures in availability zone-enabled regions.  </a:t>
            </a:r>
          </a:p>
          <a:p>
            <a:pPr marL="171450" indent="-171450" algn="just">
              <a:buFont typeface="Arial" panose="020B0604020202020204" pitchFamily="34" charset="0"/>
              <a:buChar char="•"/>
            </a:pPr>
            <a:r>
              <a:rPr lang="en-US" dirty="0"/>
              <a:t>Enhanced performance: Up to 100 Gbps of throughput and 10 million packets per second—double the Standard SKU capacity.  </a:t>
            </a:r>
          </a:p>
          <a:p>
            <a:pPr marL="171450" indent="-171450" algn="just">
              <a:buFont typeface="Arial" panose="020B0604020202020204" pitchFamily="34" charset="0"/>
              <a:buChar char="•"/>
            </a:pPr>
            <a:r>
              <a:rPr lang="en-US" dirty="0"/>
              <a:t>Dual-stack support: Attach up to 16 IPv6 and 16 IPv4 public IP addresses for future ready connectivity.  </a:t>
            </a:r>
          </a:p>
          <a:p>
            <a:pPr marL="171450" indent="-171450" algn="just">
              <a:buFont typeface="Arial" panose="020B0604020202020204" pitchFamily="34" charset="0"/>
              <a:buChar char="•"/>
            </a:pPr>
            <a:r>
              <a:rPr lang="en-US" dirty="0"/>
              <a:t>Traffic insights with flow logs: Gain detailed IP-level visibility of traffic for troubleshooting and compliance verification.  </a:t>
            </a:r>
          </a:p>
          <a:p>
            <a:pPr algn="just"/>
            <a:endParaRPr lang="en-US" dirty="0"/>
          </a:p>
        </p:txBody>
      </p:sp>
      <p:pic>
        <p:nvPicPr>
          <p:cNvPr id="1026" name="Picture 2" descr="Diagram shows a StandardV2 NAT Gateway spanning multiple availability zones in a region.">
            <a:extLst>
              <a:ext uri="{FF2B5EF4-FFF2-40B4-BE49-F238E27FC236}">
                <a16:creationId xmlns:a16="http://schemas.microsoft.com/office/drawing/2014/main" id="{11650E1F-85DF-8DDF-A47E-0A73F5F32E7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64346" y="1214437"/>
            <a:ext cx="3571875" cy="27146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645169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4">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0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build="p"/>
    </p:bldLst>
  </p:timing>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17F39168-7046-60A5-1EEA-8D2B5EAAE24F}"/>
              </a:ext>
            </a:extLst>
          </p:cNvPr>
          <p:cNvSpPr>
            <a:spLocks noGrp="1"/>
          </p:cNvSpPr>
          <p:nvPr>
            <p:ph type="body" sz="quarter" idx="13"/>
          </p:nvPr>
        </p:nvSpPr>
        <p:spPr>
          <a:xfrm>
            <a:off x="252845" y="1285875"/>
            <a:ext cx="6271326" cy="1714500"/>
          </a:xfrm>
        </p:spPr>
        <p:txBody>
          <a:bodyPr/>
          <a:lstStyle/>
          <a:p>
            <a:r>
              <a:rPr lang="en-US" sz="4000" dirty="0"/>
              <a:t>Security &amp; Identity</a:t>
            </a:r>
          </a:p>
        </p:txBody>
      </p:sp>
    </p:spTree>
    <p:extLst>
      <p:ext uri="{BB962C8B-B14F-4D97-AF65-F5344CB8AC3E}">
        <p14:creationId xmlns:p14="http://schemas.microsoft.com/office/powerpoint/2010/main" val="31179200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F5D0A865-EAC9-D4DF-765C-2BBCA9EC1F5C}"/>
              </a:ext>
            </a:extLst>
          </p:cNvPr>
          <p:cNvSpPr>
            <a:spLocks noGrp="1"/>
          </p:cNvSpPr>
          <p:nvPr>
            <p:ph type="body" sz="quarter" idx="10"/>
          </p:nvPr>
        </p:nvSpPr>
        <p:spPr/>
        <p:txBody>
          <a:bodyPr/>
          <a:lstStyle/>
          <a:p>
            <a:endParaRPr lang="en-US" sz="1000" dirty="0"/>
          </a:p>
        </p:txBody>
      </p:sp>
      <p:sp>
        <p:nvSpPr>
          <p:cNvPr id="11" name="Title 10">
            <a:extLst>
              <a:ext uri="{FF2B5EF4-FFF2-40B4-BE49-F238E27FC236}">
                <a16:creationId xmlns:a16="http://schemas.microsoft.com/office/drawing/2014/main" id="{0A19052D-1C06-3BF6-CD73-31098A5519FB}"/>
              </a:ext>
            </a:extLst>
          </p:cNvPr>
          <p:cNvSpPr>
            <a:spLocks noGrp="1"/>
          </p:cNvSpPr>
          <p:nvPr>
            <p:ph type="title"/>
          </p:nvPr>
        </p:nvSpPr>
        <p:spPr/>
        <p:txBody>
          <a:bodyPr/>
          <a:lstStyle/>
          <a:p>
            <a:r>
              <a:rPr lang="en-US" sz="1800" dirty="0"/>
              <a:t>Security &amp; Identity Updates</a:t>
            </a:r>
            <a:endParaRPr lang="en-US" dirty="0"/>
          </a:p>
        </p:txBody>
      </p:sp>
      <p:sp>
        <p:nvSpPr>
          <p:cNvPr id="13" name="Text Placeholder 12">
            <a:extLst>
              <a:ext uri="{FF2B5EF4-FFF2-40B4-BE49-F238E27FC236}">
                <a16:creationId xmlns:a16="http://schemas.microsoft.com/office/drawing/2014/main" id="{AB83368C-23D2-63DD-1F2B-65AB8A48B236}"/>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1DF1A36F-4250-259D-24AE-F82FE69A7F7E}"/>
              </a:ext>
            </a:extLst>
          </p:cNvPr>
          <p:cNvSpPr>
            <a:spLocks noGrp="1"/>
          </p:cNvSpPr>
          <p:nvPr>
            <p:ph type="body" sz="quarter" idx="16"/>
          </p:nvPr>
        </p:nvSpPr>
        <p:spPr/>
        <p:txBody>
          <a:bodyPr/>
          <a:lstStyle/>
          <a:p>
            <a:pPr algn="just"/>
            <a:r>
              <a:rPr lang="en-US" dirty="0">
                <a:hlinkClick r:id="rId2"/>
              </a:rPr>
              <a:t>Public Preview: IP Network Firewalls for Azure Managed HSM</a:t>
            </a:r>
            <a:endParaRPr lang="en-US" dirty="0"/>
          </a:p>
          <a:p>
            <a:pPr algn="just"/>
            <a:r>
              <a:rPr lang="en-US" dirty="0"/>
              <a:t>MS announced the public preview of IP Network Firewalls for Azure Key Vault Managed HSM, now available in East US, West US, West US 2, West Central US, UK South, and West Europe.</a:t>
            </a:r>
          </a:p>
          <a:p>
            <a:pPr algn="just"/>
            <a:r>
              <a:rPr lang="en-US" dirty="0"/>
              <a:t>This feature lets you restrict data plane access to Managed HSM by allowing specific IPv4 CIDR ranges (up to 10) in the Managed HSM firewall—ideal for services with static or well-known IP addresses.</a:t>
            </a:r>
          </a:p>
          <a:p>
            <a:pPr algn="just"/>
            <a:r>
              <a:rPr lang="en-US" dirty="0"/>
              <a:t>Key notes:</a:t>
            </a:r>
          </a:p>
          <a:p>
            <a:pPr marL="171450" indent="-171450" algn="just">
              <a:buFont typeface="Arial" panose="020B0604020202020204" pitchFamily="34" charset="0"/>
              <a:buChar char="•"/>
            </a:pPr>
            <a:r>
              <a:rPr lang="en-US" dirty="0"/>
              <a:t>Firewall rules apply only to data plane operations (control plane is unaffected).</a:t>
            </a:r>
          </a:p>
          <a:p>
            <a:pPr marL="171450" indent="-171450" algn="just">
              <a:buFont typeface="Arial" panose="020B0604020202020204" pitchFamily="34" charset="0"/>
              <a:buChar char="•"/>
            </a:pPr>
            <a:r>
              <a:rPr lang="en-US" dirty="0"/>
              <a:t>Only IPv4 is supported in this preview.</a:t>
            </a:r>
          </a:p>
          <a:p>
            <a:pPr marL="171450" indent="-171450" algn="just">
              <a:buFont typeface="Arial" panose="020B0604020202020204" pitchFamily="34" charset="0"/>
              <a:buChar char="•"/>
            </a:pPr>
            <a:r>
              <a:rPr lang="en-US" dirty="0"/>
              <a:t>To access data via tools like the Azure portal, you must connect from within the configured trusted network boundary.</a:t>
            </a:r>
          </a:p>
          <a:p>
            <a:pPr algn="just"/>
            <a:r>
              <a:rPr lang="en-US" dirty="0"/>
              <a:t>This enhancement strengthens network security for Managed HSM while maintaining operational flexibility.</a:t>
            </a:r>
          </a:p>
          <a:p>
            <a:pPr algn="just"/>
            <a:r>
              <a:rPr lang="en-US" dirty="0"/>
              <a:t>There is a limit of 10 IP address or address ranges you can add per resource.</a:t>
            </a:r>
          </a:p>
        </p:txBody>
      </p:sp>
    </p:spTree>
    <p:extLst>
      <p:ext uri="{BB962C8B-B14F-4D97-AF65-F5344CB8AC3E}">
        <p14:creationId xmlns:p14="http://schemas.microsoft.com/office/powerpoint/2010/main" val="4933105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4">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4">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4">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4">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54E758-0E9C-1A59-D8C1-58D462C9879C}"/>
            </a:ext>
          </a:extLst>
        </p:cNvPr>
        <p:cNvGrpSpPr/>
        <p:nvPr/>
      </p:nvGrpSpPr>
      <p:grpSpPr>
        <a:xfrm>
          <a:off x="0" y="0"/>
          <a:ext cx="0" cy="0"/>
          <a:chOff x="0" y="0"/>
          <a:chExt cx="0" cy="0"/>
        </a:xfrm>
      </p:grpSpPr>
      <p:sp>
        <p:nvSpPr>
          <p:cNvPr id="12" name="Text Placeholder 11">
            <a:extLst>
              <a:ext uri="{FF2B5EF4-FFF2-40B4-BE49-F238E27FC236}">
                <a16:creationId xmlns:a16="http://schemas.microsoft.com/office/drawing/2014/main" id="{F4EFDCEC-74D7-CC9F-3A0E-1009C7BB635B}"/>
              </a:ext>
            </a:extLst>
          </p:cNvPr>
          <p:cNvSpPr>
            <a:spLocks noGrp="1"/>
          </p:cNvSpPr>
          <p:nvPr>
            <p:ph type="body" sz="quarter" idx="10"/>
          </p:nvPr>
        </p:nvSpPr>
        <p:spPr/>
        <p:txBody>
          <a:bodyPr/>
          <a:lstStyle/>
          <a:p>
            <a:endParaRPr lang="en-US" sz="1000" dirty="0"/>
          </a:p>
        </p:txBody>
      </p:sp>
      <p:sp>
        <p:nvSpPr>
          <p:cNvPr id="11" name="Title 10">
            <a:extLst>
              <a:ext uri="{FF2B5EF4-FFF2-40B4-BE49-F238E27FC236}">
                <a16:creationId xmlns:a16="http://schemas.microsoft.com/office/drawing/2014/main" id="{108EB9BC-7C8E-C179-D7B3-FA8C3832EAD4}"/>
              </a:ext>
            </a:extLst>
          </p:cNvPr>
          <p:cNvSpPr>
            <a:spLocks noGrp="1"/>
          </p:cNvSpPr>
          <p:nvPr>
            <p:ph type="title"/>
          </p:nvPr>
        </p:nvSpPr>
        <p:spPr/>
        <p:txBody>
          <a:bodyPr/>
          <a:lstStyle/>
          <a:p>
            <a:r>
              <a:rPr lang="en-US" sz="1800" dirty="0"/>
              <a:t>Security &amp; Identity Updates</a:t>
            </a:r>
            <a:endParaRPr lang="en-US" dirty="0"/>
          </a:p>
        </p:txBody>
      </p:sp>
      <p:sp>
        <p:nvSpPr>
          <p:cNvPr id="13" name="Text Placeholder 12">
            <a:extLst>
              <a:ext uri="{FF2B5EF4-FFF2-40B4-BE49-F238E27FC236}">
                <a16:creationId xmlns:a16="http://schemas.microsoft.com/office/drawing/2014/main" id="{5B52A8BE-107A-17D0-9868-4A2D8C2F4337}"/>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6125CF61-DD31-42B7-98F6-ACEF3D4AB8DC}"/>
              </a:ext>
            </a:extLst>
          </p:cNvPr>
          <p:cNvSpPr>
            <a:spLocks noGrp="1"/>
          </p:cNvSpPr>
          <p:nvPr>
            <p:ph type="body" sz="quarter" idx="16"/>
          </p:nvPr>
        </p:nvSpPr>
        <p:spPr>
          <a:xfrm>
            <a:off x="342900" y="855080"/>
            <a:ext cx="3955312" cy="1155643"/>
          </a:xfrm>
        </p:spPr>
        <p:txBody>
          <a:bodyPr/>
          <a:lstStyle/>
          <a:p>
            <a:pPr algn="just"/>
            <a:r>
              <a:rPr lang="en-US" dirty="0">
                <a:hlinkClick r:id="rId2"/>
              </a:rPr>
              <a:t>Announcing Unified SOX &amp; DORA Compliance Solutions in Microsoft Sentinel</a:t>
            </a:r>
            <a:endParaRPr lang="en-US" dirty="0"/>
          </a:p>
          <a:p>
            <a:pPr algn="just"/>
            <a:r>
              <a:rPr lang="en-US" dirty="0"/>
              <a:t>As regulatory demands intensify, SOX and DORA have become critical compliance frameworks for financial organizations. Microsoft Sentinel now provides dedicated solutions for both, helping security and compliance teams maintain continuous, audit-ready compliance across cloud and enterprise environments.</a:t>
            </a:r>
          </a:p>
        </p:txBody>
      </p:sp>
      <p:pic>
        <p:nvPicPr>
          <p:cNvPr id="3" name="Picture 2">
            <a:extLst>
              <a:ext uri="{FF2B5EF4-FFF2-40B4-BE49-F238E27FC236}">
                <a16:creationId xmlns:a16="http://schemas.microsoft.com/office/drawing/2014/main" id="{F2B42777-D72E-75CF-C1F4-E606D608E728}"/>
              </a:ext>
            </a:extLst>
          </p:cNvPr>
          <p:cNvPicPr>
            <a:picLocks noChangeAspect="1"/>
          </p:cNvPicPr>
          <p:nvPr/>
        </p:nvPicPr>
        <p:blipFill>
          <a:blip r:embed="rId3"/>
          <a:stretch>
            <a:fillRect/>
          </a:stretch>
        </p:blipFill>
        <p:spPr>
          <a:xfrm>
            <a:off x="342900" y="2163248"/>
            <a:ext cx="3958388" cy="2125172"/>
          </a:xfrm>
          <a:prstGeom prst="rect">
            <a:avLst/>
          </a:prstGeom>
        </p:spPr>
      </p:pic>
    </p:spTree>
    <p:extLst>
      <p:ext uri="{BB962C8B-B14F-4D97-AF65-F5344CB8AC3E}">
        <p14:creationId xmlns:p14="http://schemas.microsoft.com/office/powerpoint/2010/main" val="28133645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build="p"/>
    </p:bldLst>
  </p:timing>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17F39168-7046-60A5-1EEA-8D2B5EAAE24F}"/>
              </a:ext>
            </a:extLst>
          </p:cNvPr>
          <p:cNvSpPr>
            <a:spLocks noGrp="1"/>
          </p:cNvSpPr>
          <p:nvPr>
            <p:ph type="body" sz="quarter" idx="13"/>
          </p:nvPr>
        </p:nvSpPr>
        <p:spPr>
          <a:xfrm>
            <a:off x="252845" y="1285875"/>
            <a:ext cx="8796812" cy="1714500"/>
          </a:xfrm>
        </p:spPr>
        <p:txBody>
          <a:bodyPr/>
          <a:lstStyle/>
          <a:p>
            <a:r>
              <a:rPr lang="en-US" sz="4000" dirty="0"/>
              <a:t>Management &amp; Governance</a:t>
            </a:r>
          </a:p>
        </p:txBody>
      </p:sp>
    </p:spTree>
    <p:extLst>
      <p:ext uri="{BB962C8B-B14F-4D97-AF65-F5344CB8AC3E}">
        <p14:creationId xmlns:p14="http://schemas.microsoft.com/office/powerpoint/2010/main" val="34791831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F5D0A865-EAC9-D4DF-765C-2BBCA9EC1F5C}"/>
              </a:ext>
            </a:extLst>
          </p:cNvPr>
          <p:cNvSpPr>
            <a:spLocks noGrp="1"/>
          </p:cNvSpPr>
          <p:nvPr>
            <p:ph type="body" sz="quarter" idx="10"/>
          </p:nvPr>
        </p:nvSpPr>
        <p:spPr/>
        <p:txBody>
          <a:bodyPr/>
          <a:lstStyle/>
          <a:p>
            <a:endParaRPr lang="en-US" sz="1000" dirty="0"/>
          </a:p>
        </p:txBody>
      </p:sp>
      <p:sp>
        <p:nvSpPr>
          <p:cNvPr id="11" name="Title 10">
            <a:extLst>
              <a:ext uri="{FF2B5EF4-FFF2-40B4-BE49-F238E27FC236}">
                <a16:creationId xmlns:a16="http://schemas.microsoft.com/office/drawing/2014/main" id="{0A19052D-1C06-3BF6-CD73-31098A5519FB}"/>
              </a:ext>
            </a:extLst>
          </p:cNvPr>
          <p:cNvSpPr>
            <a:spLocks noGrp="1"/>
          </p:cNvSpPr>
          <p:nvPr>
            <p:ph type="title"/>
          </p:nvPr>
        </p:nvSpPr>
        <p:spPr/>
        <p:txBody>
          <a:bodyPr/>
          <a:lstStyle/>
          <a:p>
            <a:r>
              <a:rPr lang="en-US" sz="1800" dirty="0"/>
              <a:t>Management &amp; Governance Updates</a:t>
            </a:r>
            <a:endParaRPr lang="en-US" dirty="0"/>
          </a:p>
        </p:txBody>
      </p:sp>
      <p:sp>
        <p:nvSpPr>
          <p:cNvPr id="13" name="Text Placeholder 12">
            <a:extLst>
              <a:ext uri="{FF2B5EF4-FFF2-40B4-BE49-F238E27FC236}">
                <a16:creationId xmlns:a16="http://schemas.microsoft.com/office/drawing/2014/main" id="{AB83368C-23D2-63DD-1F2B-65AB8A48B236}"/>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1DF1A36F-4250-259D-24AE-F82FE69A7F7E}"/>
              </a:ext>
            </a:extLst>
          </p:cNvPr>
          <p:cNvSpPr>
            <a:spLocks noGrp="1"/>
          </p:cNvSpPr>
          <p:nvPr>
            <p:ph type="body" sz="quarter" idx="16"/>
          </p:nvPr>
        </p:nvSpPr>
        <p:spPr>
          <a:xfrm>
            <a:off x="342900" y="855081"/>
            <a:ext cx="3955312" cy="1620024"/>
          </a:xfrm>
        </p:spPr>
        <p:txBody>
          <a:bodyPr/>
          <a:lstStyle/>
          <a:p>
            <a:r>
              <a:rPr lang="en-US" dirty="0">
                <a:hlinkClick r:id="rId2"/>
              </a:rPr>
              <a:t>Azure Arc Portal Update: Simplifying Onboarding and Management at Scale</a:t>
            </a:r>
            <a:endParaRPr lang="ru-RU" dirty="0"/>
          </a:p>
          <a:p>
            <a:pPr marL="171450" indent="-171450">
              <a:buFont typeface="Arial" panose="020B0604020202020204" pitchFamily="34" charset="0"/>
              <a:buChar char="•"/>
            </a:pPr>
            <a:r>
              <a:rPr lang="en-US" dirty="0"/>
              <a:t>Improved Learnability &amp; Discoverability:</a:t>
            </a:r>
          </a:p>
          <a:p>
            <a:pPr marL="514350" lvl="1" indent="-171450">
              <a:buFont typeface="Arial" panose="020B0604020202020204" pitchFamily="34" charset="0"/>
              <a:buChar char="•"/>
            </a:pPr>
            <a:r>
              <a:rPr lang="en-US" sz="1000" dirty="0">
                <a:latin typeface="+mj-lt"/>
              </a:rPr>
              <a:t>Redesigned Landing Page</a:t>
            </a:r>
          </a:p>
          <a:p>
            <a:pPr marL="514350" lvl="1" indent="-171450">
              <a:buFont typeface="Arial" panose="020B0604020202020204" pitchFamily="34" charset="0"/>
              <a:buChar char="•"/>
            </a:pPr>
            <a:r>
              <a:rPr lang="en-US" sz="1000" dirty="0">
                <a:latin typeface="+mj-lt"/>
              </a:rPr>
              <a:t>Guided Onboarding</a:t>
            </a:r>
          </a:p>
          <a:p>
            <a:pPr marL="514350" lvl="1" indent="-171450">
              <a:buFont typeface="Arial" panose="020B0604020202020204" pitchFamily="34" charset="0"/>
              <a:buChar char="•"/>
            </a:pPr>
            <a:r>
              <a:rPr lang="en-US" sz="1000" dirty="0">
                <a:latin typeface="+mj-lt"/>
              </a:rPr>
              <a:t>Refreshed Navigation</a:t>
            </a:r>
          </a:p>
          <a:p>
            <a:pPr marL="171450" indent="-171450">
              <a:buFont typeface="Arial" panose="020B0604020202020204" pitchFamily="34" charset="0"/>
              <a:buChar char="•"/>
            </a:pPr>
            <a:r>
              <a:rPr lang="en-US" dirty="0"/>
              <a:t>Unified Machine Onboarding</a:t>
            </a:r>
          </a:p>
          <a:p>
            <a:pPr marL="171450" indent="-171450">
              <a:buFont typeface="Arial" panose="020B0604020202020204" pitchFamily="34" charset="0"/>
              <a:buChar char="•"/>
            </a:pPr>
            <a:r>
              <a:rPr lang="en-US" dirty="0"/>
              <a:t>More Actionable Arc Portal Dashboards</a:t>
            </a:r>
          </a:p>
          <a:p>
            <a:endParaRPr lang="ru-RU" sz="1250" dirty="0"/>
          </a:p>
        </p:txBody>
      </p:sp>
      <p:pic>
        <p:nvPicPr>
          <p:cNvPr id="3" name="Picture 2">
            <a:extLst>
              <a:ext uri="{FF2B5EF4-FFF2-40B4-BE49-F238E27FC236}">
                <a16:creationId xmlns:a16="http://schemas.microsoft.com/office/drawing/2014/main" id="{EECF9AAA-A055-3E04-B4A0-78E6871A41FF}"/>
              </a:ext>
            </a:extLst>
          </p:cNvPr>
          <p:cNvPicPr>
            <a:picLocks noChangeAspect="1"/>
          </p:cNvPicPr>
          <p:nvPr/>
        </p:nvPicPr>
        <p:blipFill>
          <a:blip r:embed="rId3"/>
          <a:stretch>
            <a:fillRect/>
          </a:stretch>
        </p:blipFill>
        <p:spPr>
          <a:xfrm>
            <a:off x="781664" y="2475105"/>
            <a:ext cx="2650926" cy="1919795"/>
          </a:xfrm>
          <a:prstGeom prst="rect">
            <a:avLst/>
          </a:prstGeom>
        </p:spPr>
      </p:pic>
    </p:spTree>
    <p:extLst>
      <p:ext uri="{BB962C8B-B14F-4D97-AF65-F5344CB8AC3E}">
        <p14:creationId xmlns:p14="http://schemas.microsoft.com/office/powerpoint/2010/main" val="5208640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build="p"/>
    </p:bldLst>
  </p:timing>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17F39168-7046-60A5-1EEA-8D2B5EAAE24F}"/>
              </a:ext>
            </a:extLst>
          </p:cNvPr>
          <p:cNvSpPr>
            <a:spLocks noGrp="1"/>
          </p:cNvSpPr>
          <p:nvPr>
            <p:ph type="body" sz="quarter" idx="13"/>
          </p:nvPr>
        </p:nvSpPr>
        <p:spPr/>
        <p:txBody>
          <a:bodyPr/>
          <a:lstStyle/>
          <a:p>
            <a:r>
              <a:rPr lang="en-US" sz="4000" dirty="0"/>
              <a:t>Compute</a:t>
            </a:r>
          </a:p>
        </p:txBody>
      </p:sp>
    </p:spTree>
    <p:extLst>
      <p:ext uri="{BB962C8B-B14F-4D97-AF65-F5344CB8AC3E}">
        <p14:creationId xmlns:p14="http://schemas.microsoft.com/office/powerpoint/2010/main" val="2747428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F5D0A865-EAC9-D4DF-765C-2BBCA9EC1F5C}"/>
              </a:ext>
            </a:extLst>
          </p:cNvPr>
          <p:cNvSpPr>
            <a:spLocks noGrp="1"/>
          </p:cNvSpPr>
          <p:nvPr>
            <p:ph type="body" sz="quarter" idx="10"/>
          </p:nvPr>
        </p:nvSpPr>
        <p:spPr/>
        <p:txBody>
          <a:bodyPr/>
          <a:lstStyle/>
          <a:p>
            <a:endParaRPr lang="en-US" sz="1000" dirty="0"/>
          </a:p>
        </p:txBody>
      </p:sp>
      <p:sp>
        <p:nvSpPr>
          <p:cNvPr id="11" name="Title 10">
            <a:extLst>
              <a:ext uri="{FF2B5EF4-FFF2-40B4-BE49-F238E27FC236}">
                <a16:creationId xmlns:a16="http://schemas.microsoft.com/office/drawing/2014/main" id="{0A19052D-1C06-3BF6-CD73-31098A5519FB}"/>
              </a:ext>
            </a:extLst>
          </p:cNvPr>
          <p:cNvSpPr>
            <a:spLocks noGrp="1"/>
          </p:cNvSpPr>
          <p:nvPr>
            <p:ph type="title"/>
          </p:nvPr>
        </p:nvSpPr>
        <p:spPr/>
        <p:txBody>
          <a:bodyPr/>
          <a:lstStyle/>
          <a:p>
            <a:r>
              <a:rPr lang="en-US" sz="1800" dirty="0"/>
              <a:t>Compute Updates</a:t>
            </a:r>
            <a:endParaRPr lang="en-US" dirty="0"/>
          </a:p>
        </p:txBody>
      </p:sp>
      <p:sp>
        <p:nvSpPr>
          <p:cNvPr id="13" name="Text Placeholder 12">
            <a:extLst>
              <a:ext uri="{FF2B5EF4-FFF2-40B4-BE49-F238E27FC236}">
                <a16:creationId xmlns:a16="http://schemas.microsoft.com/office/drawing/2014/main" id="{AB83368C-23D2-63DD-1F2B-65AB8A48B236}"/>
              </a:ext>
            </a:extLst>
          </p:cNvPr>
          <p:cNvSpPr>
            <a:spLocks noGrp="1"/>
          </p:cNvSpPr>
          <p:nvPr>
            <p:ph type="body" sz="quarter" idx="15"/>
          </p:nvPr>
        </p:nvSpPr>
        <p:spPr/>
        <p:txBody>
          <a:bodyPr/>
          <a:lstStyle/>
          <a:p>
            <a:endParaRPr lang="en-US" dirty="0"/>
          </a:p>
        </p:txBody>
      </p:sp>
      <p:sp>
        <p:nvSpPr>
          <p:cNvPr id="14" name="Text Placeholder 13">
            <a:extLst>
              <a:ext uri="{FF2B5EF4-FFF2-40B4-BE49-F238E27FC236}">
                <a16:creationId xmlns:a16="http://schemas.microsoft.com/office/drawing/2014/main" id="{1DF1A36F-4250-259D-24AE-F82FE69A7F7E}"/>
              </a:ext>
            </a:extLst>
          </p:cNvPr>
          <p:cNvSpPr>
            <a:spLocks noGrp="1"/>
          </p:cNvSpPr>
          <p:nvPr>
            <p:ph type="body" sz="quarter" idx="16"/>
          </p:nvPr>
        </p:nvSpPr>
        <p:spPr/>
        <p:txBody>
          <a:bodyPr/>
          <a:lstStyle/>
          <a:p>
            <a:pPr algn="just"/>
            <a:r>
              <a:rPr lang="en-US" dirty="0">
                <a:hlinkClick r:id="rId2"/>
              </a:rPr>
              <a:t>Now in public preview: Azure Virtual Desktop regional host pools</a:t>
            </a:r>
            <a:endParaRPr lang="en-US" dirty="0"/>
          </a:p>
          <a:p>
            <a:pPr algn="just"/>
            <a:r>
              <a:rPr lang="en-US" dirty="0"/>
              <a:t>Azure Virtual Desktop is moving from a geography-based metadata model to a regional model to improve resiliency and data sovereignty. Previously, a single metadata database per Azure geography served multiple regions, creating cross-region dependencies where issues in one region could affect users in others.</a:t>
            </a:r>
          </a:p>
          <a:p>
            <a:pPr algn="just"/>
            <a:r>
              <a:rPr lang="en-US" dirty="0"/>
              <a:t>With this update, Azure Virtual Desktop metadata and infrastructure are being deployed in every supported Azure region. As a result, any service issue will be isolated to host pools within the same region, significantly reducing blast radius. In total, this introduces ~40 regional databases across Azure.</a:t>
            </a:r>
          </a:p>
          <a:p>
            <a:pPr algn="just"/>
            <a:r>
              <a:rPr lang="en-US" dirty="0"/>
              <a:t>The new model also strengthens data sovereignty, as host pool metadata is stored in the selected Azure region. For resilience, metadata continues to be replicated across availability zones locally and to a paired region for cross-region failover.</a:t>
            </a:r>
          </a:p>
          <a:p>
            <a:pPr algn="just"/>
            <a:endParaRPr lang="en-US" dirty="0"/>
          </a:p>
        </p:txBody>
      </p:sp>
    </p:spTree>
    <p:extLst>
      <p:ext uri="{BB962C8B-B14F-4D97-AF65-F5344CB8AC3E}">
        <p14:creationId xmlns:p14="http://schemas.microsoft.com/office/powerpoint/2010/main" val="6741351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F098EE-BBE3-B9BF-C218-E4DEA9A76D9C}"/>
            </a:ext>
          </a:extLst>
        </p:cNvPr>
        <p:cNvGrpSpPr/>
        <p:nvPr/>
      </p:nvGrpSpPr>
      <p:grpSpPr>
        <a:xfrm>
          <a:off x="0" y="0"/>
          <a:ext cx="0" cy="0"/>
          <a:chOff x="0" y="0"/>
          <a:chExt cx="0" cy="0"/>
        </a:xfrm>
      </p:grpSpPr>
      <p:sp>
        <p:nvSpPr>
          <p:cNvPr id="12" name="Text Placeholder 11">
            <a:extLst>
              <a:ext uri="{FF2B5EF4-FFF2-40B4-BE49-F238E27FC236}">
                <a16:creationId xmlns:a16="http://schemas.microsoft.com/office/drawing/2014/main" id="{D082964C-E8A1-73CC-B206-1A488254620C}"/>
              </a:ext>
            </a:extLst>
          </p:cNvPr>
          <p:cNvSpPr>
            <a:spLocks noGrp="1"/>
          </p:cNvSpPr>
          <p:nvPr>
            <p:ph type="body" sz="quarter" idx="10"/>
          </p:nvPr>
        </p:nvSpPr>
        <p:spPr/>
        <p:txBody>
          <a:bodyPr/>
          <a:lstStyle/>
          <a:p>
            <a:pPr algn="just"/>
            <a:r>
              <a:rPr lang="en-US" sz="1000" dirty="0">
                <a:hlinkClick r:id="rId2"/>
              </a:rPr>
              <a:t>Secure Unique Default Hostnames Now GA for Functions and Logic Apps</a:t>
            </a:r>
            <a:endParaRPr lang="en-US" sz="1000" dirty="0"/>
          </a:p>
          <a:p>
            <a:pPr algn="just"/>
            <a:r>
              <a:rPr lang="en-US" sz="1000" dirty="0"/>
              <a:t>We’re pleased to announce that Secure Unique Default Hostnames are now generally available for Azure Functions and Logic Apps (Standard). This enhancement extends the secure hostname model from Web Apps to the entire App Service ecosystem, delivering stronger security and consistent, standardized hostname behavior across all workloads.</a:t>
            </a:r>
          </a:p>
          <a:p>
            <a:pPr marL="171450" indent="-171450" algn="just">
              <a:buFont typeface="Arial" panose="020B0604020202020204" pitchFamily="34" charset="0"/>
              <a:buChar char="•"/>
            </a:pPr>
            <a:r>
              <a:rPr lang="en-US" sz="1000" dirty="0"/>
              <a:t>Before: &lt;</a:t>
            </a:r>
            <a:r>
              <a:rPr lang="en-US" sz="1000" dirty="0" err="1"/>
              <a:t>SiteName</a:t>
            </a:r>
            <a:r>
              <a:rPr lang="en-US" sz="1000" dirty="0"/>
              <a:t>&gt;.azurewebsites.net </a:t>
            </a:r>
          </a:p>
          <a:p>
            <a:pPr marL="171450" indent="-171450" algn="just">
              <a:buFont typeface="Arial" panose="020B0604020202020204" pitchFamily="34" charset="0"/>
              <a:buChar char="•"/>
            </a:pPr>
            <a:r>
              <a:rPr lang="en-US" sz="1000" dirty="0"/>
              <a:t>After: &lt;</a:t>
            </a:r>
            <a:r>
              <a:rPr lang="en-US" sz="1000" dirty="0" err="1"/>
              <a:t>SiteName</a:t>
            </a:r>
            <a:r>
              <a:rPr lang="en-US" sz="1000" dirty="0"/>
              <a:t>&gt;-&lt;Hash&gt;.&lt;Region&gt;.azurewebsites.net </a:t>
            </a:r>
          </a:p>
        </p:txBody>
      </p:sp>
      <p:sp>
        <p:nvSpPr>
          <p:cNvPr id="11" name="Title 10">
            <a:extLst>
              <a:ext uri="{FF2B5EF4-FFF2-40B4-BE49-F238E27FC236}">
                <a16:creationId xmlns:a16="http://schemas.microsoft.com/office/drawing/2014/main" id="{DDE59A08-9A25-40C0-DC79-D2FB88CF728E}"/>
              </a:ext>
            </a:extLst>
          </p:cNvPr>
          <p:cNvSpPr>
            <a:spLocks noGrp="1"/>
          </p:cNvSpPr>
          <p:nvPr>
            <p:ph type="title"/>
          </p:nvPr>
        </p:nvSpPr>
        <p:spPr/>
        <p:txBody>
          <a:bodyPr/>
          <a:lstStyle/>
          <a:p>
            <a:r>
              <a:rPr lang="en-US" sz="1800" dirty="0"/>
              <a:t>Compute Updates</a:t>
            </a:r>
            <a:endParaRPr lang="en-US" dirty="0"/>
          </a:p>
        </p:txBody>
      </p:sp>
      <p:sp>
        <p:nvSpPr>
          <p:cNvPr id="13" name="Text Placeholder 12">
            <a:extLst>
              <a:ext uri="{FF2B5EF4-FFF2-40B4-BE49-F238E27FC236}">
                <a16:creationId xmlns:a16="http://schemas.microsoft.com/office/drawing/2014/main" id="{4D7D0670-36E5-9279-0AB3-70FC83D5A9FE}"/>
              </a:ext>
            </a:extLst>
          </p:cNvPr>
          <p:cNvSpPr>
            <a:spLocks noGrp="1"/>
          </p:cNvSpPr>
          <p:nvPr>
            <p:ph type="body" sz="quarter" idx="15"/>
          </p:nvPr>
        </p:nvSpPr>
        <p:spPr/>
        <p:txBody>
          <a:bodyPr/>
          <a:lstStyle/>
          <a:p>
            <a:endParaRPr lang="en-US" dirty="0"/>
          </a:p>
        </p:txBody>
      </p:sp>
      <p:sp>
        <p:nvSpPr>
          <p:cNvPr id="14" name="Text Placeholder 13">
            <a:extLst>
              <a:ext uri="{FF2B5EF4-FFF2-40B4-BE49-F238E27FC236}">
                <a16:creationId xmlns:a16="http://schemas.microsoft.com/office/drawing/2014/main" id="{9AC89A86-0455-61DD-7A55-DACDA81B83B1}"/>
              </a:ext>
            </a:extLst>
          </p:cNvPr>
          <p:cNvSpPr>
            <a:spLocks noGrp="1"/>
          </p:cNvSpPr>
          <p:nvPr>
            <p:ph type="body" sz="quarter" idx="16"/>
          </p:nvPr>
        </p:nvSpPr>
        <p:spPr/>
        <p:txBody>
          <a:bodyPr/>
          <a:lstStyle/>
          <a:p>
            <a:pPr algn="just"/>
            <a:r>
              <a:rPr lang="en-US" dirty="0">
                <a:hlinkClick r:id="rId3"/>
              </a:rPr>
              <a:t>Generally Available: Ubuntu 24.04 support in AKS</a:t>
            </a:r>
            <a:endParaRPr lang="en-US" dirty="0"/>
          </a:p>
          <a:p>
            <a:pPr algn="just"/>
            <a:r>
              <a:rPr lang="en-US" dirty="0"/>
              <a:t>Ubuntu 24.04 is now </a:t>
            </a:r>
            <a:r>
              <a:rPr lang="en-US" b="1" dirty="0"/>
              <a:t>generally available on AKS</a:t>
            </a:r>
            <a:r>
              <a:rPr lang="en-US" dirty="0"/>
              <a:t> starting with </a:t>
            </a:r>
            <a:r>
              <a:rPr lang="en-US" b="1" dirty="0"/>
              <a:t>Kubernetes v1.32+</a:t>
            </a:r>
            <a:r>
              <a:rPr lang="en-US" dirty="0"/>
              <a:t>, with </a:t>
            </a:r>
            <a:r>
              <a:rPr lang="en-US" b="1" dirty="0" err="1"/>
              <a:t>containerd</a:t>
            </a:r>
            <a:r>
              <a:rPr lang="en-US" b="1" dirty="0"/>
              <a:t> 2.0 enabled by default</a:t>
            </a:r>
            <a:r>
              <a:rPr lang="en-US" dirty="0"/>
              <a:t>. From </a:t>
            </a:r>
            <a:r>
              <a:rPr lang="en-US" b="1" dirty="0"/>
              <a:t>Kubernetes v1.35 onward</a:t>
            </a:r>
            <a:r>
              <a:rPr lang="en-US" dirty="0"/>
              <a:t>, Ubuntu 24.04 becomes the </a:t>
            </a:r>
            <a:r>
              <a:rPr lang="en-US" b="1" dirty="0"/>
              <a:t>default OS</a:t>
            </a:r>
            <a:r>
              <a:rPr lang="en-US" dirty="0"/>
              <a:t> when using the Ubuntu OS SKU.</a:t>
            </a:r>
          </a:p>
          <a:p>
            <a:pPr marL="171450" indent="-171450" algn="just">
              <a:buFont typeface="Arial" panose="020B0604020202020204" pitchFamily="34" charset="0"/>
              <a:buChar char="•"/>
            </a:pPr>
            <a:r>
              <a:rPr lang="en-US" b="1" dirty="0"/>
              <a:t>Kubernetes v1.32+</a:t>
            </a:r>
            <a:r>
              <a:rPr lang="en-US" dirty="0"/>
              <a:t>: Use the Ubuntu2404 OS SKU to migrate existing clusters ahead of the default switch.</a:t>
            </a:r>
          </a:p>
          <a:p>
            <a:pPr marL="171450" indent="-171450" algn="just">
              <a:buFont typeface="Arial" panose="020B0604020202020204" pitchFamily="34" charset="0"/>
              <a:buChar char="•"/>
            </a:pPr>
            <a:r>
              <a:rPr lang="en-US" b="1" dirty="0"/>
              <a:t>Kubernetes v1.35+</a:t>
            </a:r>
            <a:r>
              <a:rPr lang="en-US" dirty="0"/>
              <a:t>: Use the Ubuntu OS SKU (defaults to Ubuntu 24.04). Existing clusters using Ubuntu will automatically migrate when upgrading to v1.35+.</a:t>
            </a:r>
          </a:p>
          <a:p>
            <a:pPr algn="just"/>
            <a:r>
              <a:rPr lang="en-US" b="1" dirty="0"/>
              <a:t>Rollback option</a:t>
            </a:r>
            <a:endParaRPr lang="en-US" dirty="0"/>
          </a:p>
          <a:p>
            <a:pPr marL="171450" indent="-171450" algn="just">
              <a:buFont typeface="Arial" panose="020B0604020202020204" pitchFamily="34" charset="0"/>
              <a:buChar char="•"/>
            </a:pPr>
            <a:r>
              <a:rPr lang="en-US" dirty="0"/>
              <a:t>You can roll back to </a:t>
            </a:r>
            <a:r>
              <a:rPr lang="en-US" b="1" dirty="0"/>
              <a:t>Ubuntu 22.04</a:t>
            </a:r>
            <a:r>
              <a:rPr lang="en-US" dirty="0"/>
              <a:t> using the new Ubuntu2204 OS SKU on </a:t>
            </a:r>
            <a:r>
              <a:rPr lang="en-US" b="1" dirty="0"/>
              <a:t>Kubernetes v1.25–1.36</a:t>
            </a:r>
            <a:r>
              <a:rPr lang="en-US" dirty="0"/>
              <a:t>, without changing the Kubernetes version.</a:t>
            </a:r>
          </a:p>
          <a:p>
            <a:pPr algn="just"/>
            <a:r>
              <a:rPr lang="en-US" dirty="0"/>
              <a:t>This provides more flexibility for testing, upgrades, and controlled OS transitions on AKS.</a:t>
            </a:r>
          </a:p>
          <a:p>
            <a:pPr algn="just"/>
            <a:endParaRPr lang="en-US" dirty="0"/>
          </a:p>
        </p:txBody>
      </p:sp>
    </p:spTree>
    <p:extLst>
      <p:ext uri="{BB962C8B-B14F-4D97-AF65-F5344CB8AC3E}">
        <p14:creationId xmlns:p14="http://schemas.microsoft.com/office/powerpoint/2010/main" val="1873534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4">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4">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2">
                                            <p:txEl>
                                              <p:pRg st="0" end="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
                                            <p:txEl>
                                              <p:pRg st="1" end="1"/>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2">
                                            <p:txEl>
                                              <p:pRg st="2" end="2"/>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DE25007-B112-5BEE-A20A-F919B3C5561F}"/>
              </a:ext>
            </a:extLst>
          </p:cNvPr>
          <p:cNvSpPr>
            <a:spLocks noGrp="1"/>
          </p:cNvSpPr>
          <p:nvPr>
            <p:ph type="body" sz="quarter" idx="10"/>
          </p:nvPr>
        </p:nvSpPr>
        <p:spPr/>
        <p:txBody>
          <a:bodyPr/>
          <a:lstStyle/>
          <a:p>
            <a:endParaRPr lang="en-US"/>
          </a:p>
        </p:txBody>
      </p:sp>
      <p:sp>
        <p:nvSpPr>
          <p:cNvPr id="3" name="Title 2">
            <a:extLst>
              <a:ext uri="{FF2B5EF4-FFF2-40B4-BE49-F238E27FC236}">
                <a16:creationId xmlns:a16="http://schemas.microsoft.com/office/drawing/2014/main" id="{89CEB40D-7854-1A6C-BCBC-395A23729AF1}"/>
              </a:ext>
            </a:extLst>
          </p:cNvPr>
          <p:cNvSpPr>
            <a:spLocks noGrp="1"/>
          </p:cNvSpPr>
          <p:nvPr>
            <p:ph type="title"/>
          </p:nvPr>
        </p:nvSpPr>
        <p:spPr/>
        <p:txBody>
          <a:bodyPr/>
          <a:lstStyle/>
          <a:p>
            <a:r>
              <a:rPr lang="en-US" sz="1600" dirty="0"/>
              <a:t>Compute Updates</a:t>
            </a:r>
            <a:endParaRPr lang="en-US" dirty="0"/>
          </a:p>
        </p:txBody>
      </p:sp>
      <p:sp>
        <p:nvSpPr>
          <p:cNvPr id="4" name="Text Placeholder 3">
            <a:extLst>
              <a:ext uri="{FF2B5EF4-FFF2-40B4-BE49-F238E27FC236}">
                <a16:creationId xmlns:a16="http://schemas.microsoft.com/office/drawing/2014/main" id="{C566EB6D-A448-ACD7-4712-DC71A4894848}"/>
              </a:ext>
            </a:extLst>
          </p:cNvPr>
          <p:cNvSpPr>
            <a:spLocks noGrp="1"/>
          </p:cNvSpPr>
          <p:nvPr>
            <p:ph type="body" sz="quarter" idx="15"/>
          </p:nvPr>
        </p:nvSpPr>
        <p:spPr/>
        <p:txBody>
          <a:bodyPr/>
          <a:lstStyle/>
          <a:p>
            <a:endParaRPr lang="en-US"/>
          </a:p>
        </p:txBody>
      </p:sp>
      <p:sp>
        <p:nvSpPr>
          <p:cNvPr id="5" name="Text Placeholder 4">
            <a:extLst>
              <a:ext uri="{FF2B5EF4-FFF2-40B4-BE49-F238E27FC236}">
                <a16:creationId xmlns:a16="http://schemas.microsoft.com/office/drawing/2014/main" id="{E804CC5F-CD57-D11F-589C-D381073C6829}"/>
              </a:ext>
            </a:extLst>
          </p:cNvPr>
          <p:cNvSpPr>
            <a:spLocks noGrp="1"/>
          </p:cNvSpPr>
          <p:nvPr>
            <p:ph type="body" sz="quarter" idx="16"/>
          </p:nvPr>
        </p:nvSpPr>
        <p:spPr/>
        <p:txBody>
          <a:bodyPr/>
          <a:lstStyle/>
          <a:p>
            <a:pPr algn="just"/>
            <a:r>
              <a:rPr lang="en-US" dirty="0">
                <a:hlinkClick r:id="rId2"/>
              </a:rPr>
              <a:t>Generally Available: Deployment safeguards – pod security standard support in AKS</a:t>
            </a:r>
            <a:endParaRPr lang="en-US" dirty="0"/>
          </a:p>
          <a:p>
            <a:pPr algn="just"/>
            <a:r>
              <a:rPr lang="en-US" dirty="0"/>
              <a:t>Organizations deploying workloads on Kubernetes often need a consistent way to enforce pod security configurations across clusters. Azure Kubernetes Service (AKS) now supports Pod Security Standards within Deployment Safeguards, enabling centralized management of Baseline, Restricted, and Privileged standards at scale. </a:t>
            </a:r>
          </a:p>
          <a:p>
            <a:pPr algn="just"/>
            <a:r>
              <a:rPr lang="en-US" dirty="0"/>
              <a:t>This capability allows teams to ensure that deployment manifests comply with selected security standards, help technical practitioners strengthen workload security, reduce configuration drift, and simplify the rollout of cluster-wide security controls. </a:t>
            </a:r>
          </a:p>
        </p:txBody>
      </p:sp>
    </p:spTree>
    <p:extLst>
      <p:ext uri="{BB962C8B-B14F-4D97-AF65-F5344CB8AC3E}">
        <p14:creationId xmlns:p14="http://schemas.microsoft.com/office/powerpoint/2010/main" val="32255417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17F39168-7046-60A5-1EEA-8D2B5EAAE24F}"/>
              </a:ext>
            </a:extLst>
          </p:cNvPr>
          <p:cNvSpPr>
            <a:spLocks noGrp="1"/>
          </p:cNvSpPr>
          <p:nvPr>
            <p:ph type="body" sz="quarter" idx="13"/>
          </p:nvPr>
        </p:nvSpPr>
        <p:spPr/>
        <p:txBody>
          <a:bodyPr/>
          <a:lstStyle/>
          <a:p>
            <a:r>
              <a:rPr lang="en-US" sz="4000" dirty="0"/>
              <a:t>Storage &amp; Data</a:t>
            </a:r>
          </a:p>
        </p:txBody>
      </p:sp>
    </p:spTree>
    <p:extLst>
      <p:ext uri="{BB962C8B-B14F-4D97-AF65-F5344CB8AC3E}">
        <p14:creationId xmlns:p14="http://schemas.microsoft.com/office/powerpoint/2010/main" val="21881407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F5D0A865-EAC9-D4DF-765C-2BBCA9EC1F5C}"/>
              </a:ext>
            </a:extLst>
          </p:cNvPr>
          <p:cNvSpPr>
            <a:spLocks noGrp="1"/>
          </p:cNvSpPr>
          <p:nvPr>
            <p:ph type="body" sz="quarter" idx="10"/>
          </p:nvPr>
        </p:nvSpPr>
        <p:spPr/>
        <p:txBody>
          <a:bodyPr/>
          <a:lstStyle/>
          <a:p>
            <a:endParaRPr lang="en-US" sz="1000" dirty="0"/>
          </a:p>
        </p:txBody>
      </p:sp>
      <p:sp>
        <p:nvSpPr>
          <p:cNvPr id="11" name="Title 10">
            <a:extLst>
              <a:ext uri="{FF2B5EF4-FFF2-40B4-BE49-F238E27FC236}">
                <a16:creationId xmlns:a16="http://schemas.microsoft.com/office/drawing/2014/main" id="{0A19052D-1C06-3BF6-CD73-31098A5519FB}"/>
              </a:ext>
            </a:extLst>
          </p:cNvPr>
          <p:cNvSpPr>
            <a:spLocks noGrp="1"/>
          </p:cNvSpPr>
          <p:nvPr>
            <p:ph type="title"/>
          </p:nvPr>
        </p:nvSpPr>
        <p:spPr/>
        <p:txBody>
          <a:bodyPr/>
          <a:lstStyle/>
          <a:p>
            <a:r>
              <a:rPr lang="en-US" sz="1800" dirty="0"/>
              <a:t>Storage &amp; Data Updates</a:t>
            </a:r>
            <a:endParaRPr lang="en-US" dirty="0"/>
          </a:p>
        </p:txBody>
      </p:sp>
      <p:sp>
        <p:nvSpPr>
          <p:cNvPr id="13" name="Text Placeholder 12">
            <a:extLst>
              <a:ext uri="{FF2B5EF4-FFF2-40B4-BE49-F238E27FC236}">
                <a16:creationId xmlns:a16="http://schemas.microsoft.com/office/drawing/2014/main" id="{AB83368C-23D2-63DD-1F2B-65AB8A48B236}"/>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1DF1A36F-4250-259D-24AE-F82FE69A7F7E}"/>
              </a:ext>
            </a:extLst>
          </p:cNvPr>
          <p:cNvSpPr>
            <a:spLocks noGrp="1"/>
          </p:cNvSpPr>
          <p:nvPr>
            <p:ph type="body" sz="quarter" idx="16"/>
          </p:nvPr>
        </p:nvSpPr>
        <p:spPr/>
        <p:txBody>
          <a:bodyPr/>
          <a:lstStyle/>
          <a:p>
            <a:pPr algn="just"/>
            <a:r>
              <a:rPr lang="en-US" dirty="0">
                <a:hlinkClick r:id="rId2"/>
              </a:rPr>
              <a:t>Announcing Public Preview of User delegation SAS for Azure Tables, Azure Files, and Azure Queues</a:t>
            </a:r>
            <a:endParaRPr lang="en-US" dirty="0"/>
          </a:p>
          <a:p>
            <a:pPr algn="just"/>
            <a:r>
              <a:rPr lang="en-US" dirty="0"/>
              <a:t>User Delegation (UD) SAS is now available in public preview for Azure Tables, Azure Files, and Azure Queues across all public regions. Building on existing support for Azure Blobs, this enhancement allows SAS tokens to be securely tied to a user’s Microsoft Entra ID, rather than storage account keys.</a:t>
            </a:r>
          </a:p>
          <a:p>
            <a:pPr algn="just"/>
            <a:r>
              <a:rPr lang="en-US" dirty="0"/>
              <a:t>With UD SAS, organizations can delegate limited, RBAC-controlled access via pre-authorized URLs, enabling finer-grained and more secure access to storage resources such as tables, entities, queues, messages, file shares, and individual files—without exposing account credentials.</a:t>
            </a:r>
          </a:p>
          <a:p>
            <a:pPr algn="just"/>
            <a:endParaRPr lang="en-US" dirty="0"/>
          </a:p>
          <a:p>
            <a:pPr algn="just"/>
            <a:endParaRPr lang="en-US" dirty="0"/>
          </a:p>
        </p:txBody>
      </p:sp>
    </p:spTree>
    <p:extLst>
      <p:ext uri="{BB962C8B-B14F-4D97-AF65-F5344CB8AC3E}">
        <p14:creationId xmlns:p14="http://schemas.microsoft.com/office/powerpoint/2010/main" val="32594031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44BC30-BE9D-D666-D8EC-C477902CDD33}"/>
            </a:ext>
          </a:extLst>
        </p:cNvPr>
        <p:cNvGrpSpPr/>
        <p:nvPr/>
      </p:nvGrpSpPr>
      <p:grpSpPr>
        <a:xfrm>
          <a:off x="0" y="0"/>
          <a:ext cx="0" cy="0"/>
          <a:chOff x="0" y="0"/>
          <a:chExt cx="0" cy="0"/>
        </a:xfrm>
      </p:grpSpPr>
      <p:sp>
        <p:nvSpPr>
          <p:cNvPr id="12" name="Text Placeholder 11">
            <a:extLst>
              <a:ext uri="{FF2B5EF4-FFF2-40B4-BE49-F238E27FC236}">
                <a16:creationId xmlns:a16="http://schemas.microsoft.com/office/drawing/2014/main" id="{0089CA58-5DC8-3994-AD5C-78748D2555F0}"/>
              </a:ext>
            </a:extLst>
          </p:cNvPr>
          <p:cNvSpPr>
            <a:spLocks noGrp="1"/>
          </p:cNvSpPr>
          <p:nvPr>
            <p:ph type="body" sz="quarter" idx="10"/>
          </p:nvPr>
        </p:nvSpPr>
        <p:spPr/>
        <p:txBody>
          <a:bodyPr/>
          <a:lstStyle/>
          <a:p>
            <a:pPr algn="just"/>
            <a:r>
              <a:rPr lang="en-US" sz="1000" dirty="0">
                <a:hlinkClick r:id="rId2"/>
              </a:rPr>
              <a:t>Generally Available: Application volume group for Oracle create data protection volume group (API)</a:t>
            </a:r>
            <a:endParaRPr lang="en-US" sz="1000" dirty="0"/>
          </a:p>
          <a:p>
            <a:pPr algn="just"/>
            <a:r>
              <a:rPr lang="en-US" sz="1000" dirty="0"/>
              <a:t>Application Volume Group for Oracle has been enhanced to support creating </a:t>
            </a:r>
            <a:r>
              <a:rPr lang="en-US" sz="1000" b="1" dirty="0"/>
              <a:t>data protection volumes</a:t>
            </a:r>
            <a:r>
              <a:rPr lang="en-US" sz="1000" dirty="0"/>
              <a:t> within a volume group using the </a:t>
            </a:r>
            <a:r>
              <a:rPr lang="en-US" sz="1000" b="1" dirty="0"/>
              <a:t>same anti-affinity layout</a:t>
            </a:r>
            <a:r>
              <a:rPr lang="en-US" sz="1000" dirty="0"/>
              <a:t> as production volume groups.</a:t>
            </a:r>
          </a:p>
          <a:p>
            <a:pPr algn="just"/>
            <a:r>
              <a:rPr lang="en-US" sz="1000" dirty="0"/>
              <a:t>This enables customers to design </a:t>
            </a:r>
            <a:r>
              <a:rPr lang="en-US" sz="1000" b="1" dirty="0"/>
              <a:t>disaster recovery layouts</a:t>
            </a:r>
            <a:r>
              <a:rPr lang="en-US" sz="1000" dirty="0"/>
              <a:t> that mirror production and support reliable failover to a chosen zone or region.</a:t>
            </a:r>
          </a:p>
          <a:p>
            <a:pPr algn="just"/>
            <a:r>
              <a:rPr lang="en-US" sz="1000" dirty="0"/>
              <a:t>The feature is available in </a:t>
            </a:r>
            <a:r>
              <a:rPr lang="en-US" sz="1000" b="1" dirty="0"/>
              <a:t>all regions that support Azure NetApp Files</a:t>
            </a:r>
            <a:r>
              <a:rPr lang="en-US" sz="1000" dirty="0"/>
              <a:t>.</a:t>
            </a:r>
          </a:p>
          <a:p>
            <a:pPr algn="just"/>
            <a:endParaRPr lang="en-US" sz="1000" dirty="0"/>
          </a:p>
        </p:txBody>
      </p:sp>
      <p:sp>
        <p:nvSpPr>
          <p:cNvPr id="11" name="Title 10">
            <a:extLst>
              <a:ext uri="{FF2B5EF4-FFF2-40B4-BE49-F238E27FC236}">
                <a16:creationId xmlns:a16="http://schemas.microsoft.com/office/drawing/2014/main" id="{9338C940-1C5A-F159-79FA-059EBE1E77FE}"/>
              </a:ext>
            </a:extLst>
          </p:cNvPr>
          <p:cNvSpPr>
            <a:spLocks noGrp="1"/>
          </p:cNvSpPr>
          <p:nvPr>
            <p:ph type="title"/>
          </p:nvPr>
        </p:nvSpPr>
        <p:spPr/>
        <p:txBody>
          <a:bodyPr/>
          <a:lstStyle/>
          <a:p>
            <a:r>
              <a:rPr lang="en-US" sz="1800" dirty="0"/>
              <a:t>Storage &amp; Data Updates</a:t>
            </a:r>
            <a:endParaRPr lang="en-US" dirty="0"/>
          </a:p>
        </p:txBody>
      </p:sp>
      <p:sp>
        <p:nvSpPr>
          <p:cNvPr id="13" name="Text Placeholder 12">
            <a:extLst>
              <a:ext uri="{FF2B5EF4-FFF2-40B4-BE49-F238E27FC236}">
                <a16:creationId xmlns:a16="http://schemas.microsoft.com/office/drawing/2014/main" id="{79819030-1C59-2813-CD9C-4D9347E3D500}"/>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B6F37A70-680F-B50D-A1A9-E9D2AE2C922F}"/>
              </a:ext>
            </a:extLst>
          </p:cNvPr>
          <p:cNvSpPr>
            <a:spLocks noGrp="1"/>
          </p:cNvSpPr>
          <p:nvPr>
            <p:ph type="body" sz="quarter" idx="16"/>
          </p:nvPr>
        </p:nvSpPr>
        <p:spPr/>
        <p:txBody>
          <a:bodyPr/>
          <a:lstStyle/>
          <a:p>
            <a:r>
              <a:rPr lang="en-US" dirty="0">
                <a:hlinkClick r:id="rId3"/>
              </a:rPr>
              <a:t>Azure File Sync available in 4 new regions</a:t>
            </a:r>
            <a:endParaRPr lang="en-US" dirty="0"/>
          </a:p>
          <a:p>
            <a:r>
              <a:rPr lang="en-US" dirty="0"/>
              <a:t>Azure File Sync is now generally available in Italy North, New Zealand North, Poland Central, and Spain Central</a:t>
            </a:r>
          </a:p>
        </p:txBody>
      </p:sp>
    </p:spTree>
    <p:extLst>
      <p:ext uri="{BB962C8B-B14F-4D97-AF65-F5344CB8AC3E}">
        <p14:creationId xmlns:p14="http://schemas.microsoft.com/office/powerpoint/2010/main" val="6705392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xEl>
                                              <p:pRg st="0" end="0"/>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
                                            <p:txEl>
                                              <p:pRg st="1" end="1"/>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
                                            <p:txEl>
                                              <p:pRg st="2" end="2"/>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5DE0D3A-7055-3634-9C7E-067A14BB5DDF}"/>
              </a:ext>
            </a:extLst>
          </p:cNvPr>
          <p:cNvSpPr>
            <a:spLocks noGrp="1"/>
          </p:cNvSpPr>
          <p:nvPr>
            <p:ph type="body" sz="quarter" idx="10"/>
          </p:nvPr>
        </p:nvSpPr>
        <p:spPr/>
        <p:txBody>
          <a:bodyPr/>
          <a:lstStyle/>
          <a:p>
            <a:endParaRPr lang="en-US"/>
          </a:p>
        </p:txBody>
      </p:sp>
      <p:sp>
        <p:nvSpPr>
          <p:cNvPr id="3" name="Title 2">
            <a:extLst>
              <a:ext uri="{FF2B5EF4-FFF2-40B4-BE49-F238E27FC236}">
                <a16:creationId xmlns:a16="http://schemas.microsoft.com/office/drawing/2014/main" id="{3F5A1350-36D1-A966-0D33-661477FF4707}"/>
              </a:ext>
            </a:extLst>
          </p:cNvPr>
          <p:cNvSpPr>
            <a:spLocks noGrp="1"/>
          </p:cNvSpPr>
          <p:nvPr>
            <p:ph type="title"/>
          </p:nvPr>
        </p:nvSpPr>
        <p:spPr/>
        <p:txBody>
          <a:bodyPr/>
          <a:lstStyle/>
          <a:p>
            <a:r>
              <a:rPr lang="en-US" sz="1600" dirty="0"/>
              <a:t>Storage &amp; Data Updates</a:t>
            </a:r>
            <a:endParaRPr lang="en-US" dirty="0"/>
          </a:p>
        </p:txBody>
      </p:sp>
      <p:sp>
        <p:nvSpPr>
          <p:cNvPr id="4" name="Text Placeholder 3">
            <a:extLst>
              <a:ext uri="{FF2B5EF4-FFF2-40B4-BE49-F238E27FC236}">
                <a16:creationId xmlns:a16="http://schemas.microsoft.com/office/drawing/2014/main" id="{17606A37-C291-2E14-0AB1-D36C6BFD2F8C}"/>
              </a:ext>
            </a:extLst>
          </p:cNvPr>
          <p:cNvSpPr>
            <a:spLocks noGrp="1"/>
          </p:cNvSpPr>
          <p:nvPr>
            <p:ph type="body" sz="quarter" idx="15"/>
          </p:nvPr>
        </p:nvSpPr>
        <p:spPr/>
        <p:txBody>
          <a:bodyPr/>
          <a:lstStyle/>
          <a:p>
            <a:endParaRPr lang="en-US"/>
          </a:p>
        </p:txBody>
      </p:sp>
      <p:sp>
        <p:nvSpPr>
          <p:cNvPr id="5" name="Text Placeholder 4">
            <a:extLst>
              <a:ext uri="{FF2B5EF4-FFF2-40B4-BE49-F238E27FC236}">
                <a16:creationId xmlns:a16="http://schemas.microsoft.com/office/drawing/2014/main" id="{1461A12A-F78F-C38A-27EE-B3EF6B325B8C}"/>
              </a:ext>
            </a:extLst>
          </p:cNvPr>
          <p:cNvSpPr>
            <a:spLocks noGrp="1"/>
          </p:cNvSpPr>
          <p:nvPr>
            <p:ph type="body" sz="quarter" idx="16"/>
          </p:nvPr>
        </p:nvSpPr>
        <p:spPr>
          <a:xfrm>
            <a:off x="342900" y="855081"/>
            <a:ext cx="3955312" cy="1716670"/>
          </a:xfrm>
        </p:spPr>
        <p:txBody>
          <a:bodyPr/>
          <a:lstStyle/>
          <a:p>
            <a:pPr algn="just"/>
            <a:r>
              <a:rPr lang="en-US" dirty="0">
                <a:hlinkClick r:id="rId2"/>
              </a:rPr>
              <a:t>Generally Available: Azure File Sync in Israel Central</a:t>
            </a:r>
            <a:endParaRPr lang="en-US" dirty="0"/>
          </a:p>
          <a:p>
            <a:pPr algn="just"/>
            <a:r>
              <a:rPr lang="en-US" dirty="0"/>
              <a:t>Azure File Sync enables seamless data tiering from on-premises Windows Servers to Azure Files, supporting hybrid scenarios and simplified file server migration. Organizations retain local file server performance and compatibility while benefiting from the scale and cost efficiency of Azure Files.</a:t>
            </a:r>
          </a:p>
          <a:p>
            <a:pPr algn="just"/>
            <a:r>
              <a:rPr lang="en-US" dirty="0"/>
              <a:t>With expansion into </a:t>
            </a:r>
            <a:r>
              <a:rPr lang="en-US" b="1" dirty="0"/>
              <a:t>Israel Central</a:t>
            </a:r>
            <a:r>
              <a:rPr lang="en-US" dirty="0"/>
              <a:t>, customers gain </a:t>
            </a:r>
            <a:r>
              <a:rPr lang="en-US" b="1" dirty="0"/>
              <a:t>lower latency</a:t>
            </a:r>
            <a:r>
              <a:rPr lang="en-US" dirty="0"/>
              <a:t>, </a:t>
            </a:r>
            <a:r>
              <a:rPr lang="en-US" b="1" dirty="0"/>
              <a:t>improved performance</a:t>
            </a:r>
            <a:r>
              <a:rPr lang="en-US" dirty="0"/>
              <a:t>, and </a:t>
            </a:r>
            <a:r>
              <a:rPr lang="en-US" b="1" dirty="0"/>
              <a:t>support for local data residency requirements</a:t>
            </a:r>
            <a:r>
              <a:rPr lang="en-US" dirty="0"/>
              <a:t>, bringing hybrid file services closer to regional workloads.</a:t>
            </a:r>
          </a:p>
          <a:p>
            <a:pPr algn="just"/>
            <a:endParaRPr lang="en-US" dirty="0"/>
          </a:p>
        </p:txBody>
      </p:sp>
    </p:spTree>
    <p:extLst>
      <p:ext uri="{BB962C8B-B14F-4D97-AF65-F5344CB8AC3E}">
        <p14:creationId xmlns:p14="http://schemas.microsoft.com/office/powerpoint/2010/main" val="279085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17F39168-7046-60A5-1EEA-8D2B5EAAE24F}"/>
              </a:ext>
            </a:extLst>
          </p:cNvPr>
          <p:cNvSpPr>
            <a:spLocks noGrp="1"/>
          </p:cNvSpPr>
          <p:nvPr>
            <p:ph type="body" sz="quarter" idx="13"/>
          </p:nvPr>
        </p:nvSpPr>
        <p:spPr/>
        <p:txBody>
          <a:bodyPr/>
          <a:lstStyle/>
          <a:p>
            <a:r>
              <a:rPr lang="en-US" sz="4000" dirty="0"/>
              <a:t>Integration</a:t>
            </a:r>
          </a:p>
        </p:txBody>
      </p:sp>
    </p:spTree>
    <p:extLst>
      <p:ext uri="{BB962C8B-B14F-4D97-AF65-F5344CB8AC3E}">
        <p14:creationId xmlns:p14="http://schemas.microsoft.com/office/powerpoint/2010/main" val="5962330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F5D0A865-EAC9-D4DF-765C-2BBCA9EC1F5C}"/>
              </a:ext>
            </a:extLst>
          </p:cNvPr>
          <p:cNvSpPr>
            <a:spLocks noGrp="1"/>
          </p:cNvSpPr>
          <p:nvPr>
            <p:ph type="body" sz="quarter" idx="10"/>
          </p:nvPr>
        </p:nvSpPr>
        <p:spPr/>
        <p:txBody>
          <a:bodyPr/>
          <a:lstStyle/>
          <a:p>
            <a:endParaRPr lang="en-US" sz="1000" dirty="0"/>
          </a:p>
        </p:txBody>
      </p:sp>
      <p:sp>
        <p:nvSpPr>
          <p:cNvPr id="11" name="Title 10">
            <a:extLst>
              <a:ext uri="{FF2B5EF4-FFF2-40B4-BE49-F238E27FC236}">
                <a16:creationId xmlns:a16="http://schemas.microsoft.com/office/drawing/2014/main" id="{0A19052D-1C06-3BF6-CD73-31098A5519FB}"/>
              </a:ext>
            </a:extLst>
          </p:cNvPr>
          <p:cNvSpPr>
            <a:spLocks noGrp="1"/>
          </p:cNvSpPr>
          <p:nvPr>
            <p:ph type="title"/>
          </p:nvPr>
        </p:nvSpPr>
        <p:spPr/>
        <p:txBody>
          <a:bodyPr/>
          <a:lstStyle/>
          <a:p>
            <a:r>
              <a:rPr lang="en-US" sz="1800" dirty="0"/>
              <a:t>Integration Updates</a:t>
            </a:r>
            <a:endParaRPr lang="en-US" dirty="0"/>
          </a:p>
        </p:txBody>
      </p:sp>
      <p:sp>
        <p:nvSpPr>
          <p:cNvPr id="13" name="Text Placeholder 12">
            <a:extLst>
              <a:ext uri="{FF2B5EF4-FFF2-40B4-BE49-F238E27FC236}">
                <a16:creationId xmlns:a16="http://schemas.microsoft.com/office/drawing/2014/main" id="{AB83368C-23D2-63DD-1F2B-65AB8A48B236}"/>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1DF1A36F-4250-259D-24AE-F82FE69A7F7E}"/>
              </a:ext>
            </a:extLst>
          </p:cNvPr>
          <p:cNvSpPr>
            <a:spLocks noGrp="1"/>
          </p:cNvSpPr>
          <p:nvPr>
            <p:ph type="body" sz="quarter" idx="16"/>
          </p:nvPr>
        </p:nvSpPr>
        <p:spPr>
          <a:xfrm>
            <a:off x="342900" y="855080"/>
            <a:ext cx="3955312" cy="1883333"/>
          </a:xfrm>
        </p:spPr>
        <p:txBody>
          <a:bodyPr/>
          <a:lstStyle/>
          <a:p>
            <a:pPr algn="just"/>
            <a:r>
              <a:rPr lang="en-US" dirty="0">
                <a:hlinkClick r:id="rId2"/>
              </a:rPr>
              <a:t>Introducing Administration Client Support for the Azure Service Bus Emulator</a:t>
            </a:r>
            <a:endParaRPr lang="en-US" dirty="0"/>
          </a:p>
          <a:p>
            <a:pPr algn="just"/>
            <a:r>
              <a:rPr lang="en-US" dirty="0"/>
              <a:t>MS announced administration client support for the Azure Service Bus emulator, expanding it beyond messaging to include local management operations such as creating, updating, and deleting entities.</a:t>
            </a:r>
          </a:p>
          <a:p>
            <a:pPr algn="just"/>
            <a:r>
              <a:rPr lang="en-US" dirty="0"/>
              <a:t>Azure Service Bus is a fully managed enterprise message broker for reliable queue- and topic-based messaging. While the local emulator already enabled developers to test message flows, this update now supports end-to-end local workflows that rely on management operations during application startup or deployment—making local development and testing even more complete.</a:t>
            </a:r>
          </a:p>
          <a:p>
            <a:pPr algn="just"/>
            <a:endParaRPr lang="en-US" dirty="0"/>
          </a:p>
        </p:txBody>
      </p:sp>
    </p:spTree>
    <p:extLst>
      <p:ext uri="{BB962C8B-B14F-4D97-AF65-F5344CB8AC3E}">
        <p14:creationId xmlns:p14="http://schemas.microsoft.com/office/powerpoint/2010/main" val="40659455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17F39168-7046-60A5-1EEA-8D2B5EAAE24F}"/>
              </a:ext>
            </a:extLst>
          </p:cNvPr>
          <p:cNvSpPr>
            <a:spLocks noGrp="1"/>
          </p:cNvSpPr>
          <p:nvPr>
            <p:ph type="body" sz="quarter" idx="13"/>
          </p:nvPr>
        </p:nvSpPr>
        <p:spPr>
          <a:xfrm>
            <a:off x="252845" y="1285875"/>
            <a:ext cx="4748646" cy="1714500"/>
          </a:xfrm>
        </p:spPr>
        <p:txBody>
          <a:bodyPr/>
          <a:lstStyle/>
          <a:p>
            <a:r>
              <a:rPr lang="en-US" sz="4000" dirty="0"/>
              <a:t>DevOps &amp; IaC &amp; Automation</a:t>
            </a:r>
          </a:p>
        </p:txBody>
      </p:sp>
    </p:spTree>
    <p:extLst>
      <p:ext uri="{BB962C8B-B14F-4D97-AF65-F5344CB8AC3E}">
        <p14:creationId xmlns:p14="http://schemas.microsoft.com/office/powerpoint/2010/main" val="6537846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878F22-A9E3-2B6E-58E1-F0D0E1E104E0}"/>
            </a:ext>
          </a:extLst>
        </p:cNvPr>
        <p:cNvGrpSpPr/>
        <p:nvPr/>
      </p:nvGrpSpPr>
      <p:grpSpPr>
        <a:xfrm>
          <a:off x="0" y="0"/>
          <a:ext cx="0" cy="0"/>
          <a:chOff x="0" y="0"/>
          <a:chExt cx="0" cy="0"/>
        </a:xfrm>
      </p:grpSpPr>
      <p:sp>
        <p:nvSpPr>
          <p:cNvPr id="12" name="Text Placeholder 11">
            <a:extLst>
              <a:ext uri="{FF2B5EF4-FFF2-40B4-BE49-F238E27FC236}">
                <a16:creationId xmlns:a16="http://schemas.microsoft.com/office/drawing/2014/main" id="{70409C6D-0E1D-A764-A4B4-2D3FADB4EE00}"/>
              </a:ext>
            </a:extLst>
          </p:cNvPr>
          <p:cNvSpPr>
            <a:spLocks noGrp="1"/>
          </p:cNvSpPr>
          <p:nvPr>
            <p:ph type="body" sz="quarter" idx="10"/>
          </p:nvPr>
        </p:nvSpPr>
        <p:spPr/>
        <p:txBody>
          <a:bodyPr/>
          <a:lstStyle/>
          <a:p>
            <a:pPr algn="just"/>
            <a:r>
              <a:rPr lang="en-US" sz="1000" dirty="0">
                <a:hlinkClick r:id="rId2"/>
              </a:rPr>
              <a:t>Generally Available: Reporting in Playwright Workspaces (part of Azure App Testing)</a:t>
            </a:r>
            <a:endParaRPr lang="en-US" sz="1000" dirty="0"/>
          </a:p>
          <a:p>
            <a:pPr algn="just"/>
            <a:r>
              <a:rPr lang="en-US" sz="1000" dirty="0"/>
              <a:t>Reporting capabilities are now live in </a:t>
            </a:r>
            <a:r>
              <a:rPr lang="en-US" sz="1000" b="1" dirty="0"/>
              <a:t>Playwright Workspaces</a:t>
            </a:r>
            <a:r>
              <a:rPr lang="en-US" sz="1000" dirty="0"/>
              <a:t>, delivering an integrated, flexible, and collaborative reporting experience that makes test debugging faster and easier. Customers can bring their own </a:t>
            </a:r>
            <a:r>
              <a:rPr lang="en-US" sz="1000" b="1" dirty="0"/>
              <a:t>Azure Storage</a:t>
            </a:r>
            <a:r>
              <a:rPr lang="en-US" sz="1000" dirty="0"/>
              <a:t> accounts to securely store and govern test artifacts.</a:t>
            </a:r>
          </a:p>
          <a:p>
            <a:pPr algn="just"/>
            <a:r>
              <a:rPr lang="en-US" sz="1000" dirty="0"/>
              <a:t>Playwright Workspaces is a fully managed end-to-end web testing service built on Playwright, enabling significantly faster test execution by running tests in parallel on managed cloud-based browsers.</a:t>
            </a:r>
          </a:p>
          <a:p>
            <a:pPr algn="just"/>
            <a:endParaRPr lang="en-US" sz="1000" dirty="0"/>
          </a:p>
        </p:txBody>
      </p:sp>
      <p:sp>
        <p:nvSpPr>
          <p:cNvPr id="11" name="Title 10">
            <a:extLst>
              <a:ext uri="{FF2B5EF4-FFF2-40B4-BE49-F238E27FC236}">
                <a16:creationId xmlns:a16="http://schemas.microsoft.com/office/drawing/2014/main" id="{1A1E796A-EE79-410E-046D-1D63E445E96B}"/>
              </a:ext>
            </a:extLst>
          </p:cNvPr>
          <p:cNvSpPr>
            <a:spLocks noGrp="1"/>
          </p:cNvSpPr>
          <p:nvPr>
            <p:ph type="title"/>
          </p:nvPr>
        </p:nvSpPr>
        <p:spPr/>
        <p:txBody>
          <a:bodyPr/>
          <a:lstStyle/>
          <a:p>
            <a:r>
              <a:rPr lang="en-US" sz="1800" dirty="0"/>
              <a:t>Integration Updates</a:t>
            </a:r>
            <a:endParaRPr lang="en-US" dirty="0"/>
          </a:p>
        </p:txBody>
      </p:sp>
      <p:sp>
        <p:nvSpPr>
          <p:cNvPr id="13" name="Text Placeholder 12">
            <a:extLst>
              <a:ext uri="{FF2B5EF4-FFF2-40B4-BE49-F238E27FC236}">
                <a16:creationId xmlns:a16="http://schemas.microsoft.com/office/drawing/2014/main" id="{AED4F9DC-B482-0291-E516-FC62C0D1927D}"/>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C3960749-A6C0-6C05-2CF4-B9E16BFA36F2}"/>
              </a:ext>
            </a:extLst>
          </p:cNvPr>
          <p:cNvSpPr>
            <a:spLocks noGrp="1"/>
          </p:cNvSpPr>
          <p:nvPr>
            <p:ph type="body" sz="quarter" idx="16"/>
          </p:nvPr>
        </p:nvSpPr>
        <p:spPr>
          <a:xfrm>
            <a:off x="342900" y="855080"/>
            <a:ext cx="3955312" cy="1845033"/>
          </a:xfrm>
        </p:spPr>
        <p:txBody>
          <a:bodyPr/>
          <a:lstStyle/>
          <a:p>
            <a:pPr algn="just"/>
            <a:r>
              <a:rPr lang="en-US" dirty="0">
                <a:hlinkClick r:id="rId3"/>
              </a:rPr>
              <a:t>Generally Available: Azure Load Testing in Switzerland North</a:t>
            </a:r>
            <a:endParaRPr lang="en-US" dirty="0"/>
          </a:p>
          <a:p>
            <a:pPr algn="just"/>
            <a:r>
              <a:rPr lang="en-US" dirty="0"/>
              <a:t>Azure Load Testing capability in Azure App Testing is now generally available in Switzerland North. </a:t>
            </a:r>
          </a:p>
          <a:p>
            <a:pPr algn="just"/>
            <a:r>
              <a:rPr lang="en-US" dirty="0"/>
              <a:t>Customers can now use </a:t>
            </a:r>
            <a:r>
              <a:rPr lang="en-US" b="1" dirty="0"/>
              <a:t>Azure Load Testing</a:t>
            </a:r>
            <a:r>
              <a:rPr lang="en-US" dirty="0"/>
              <a:t> within </a:t>
            </a:r>
            <a:r>
              <a:rPr lang="en-US" b="1" dirty="0"/>
              <a:t>Azure App Testing</a:t>
            </a:r>
            <a:r>
              <a:rPr lang="en-US" dirty="0"/>
              <a:t> to run large-scale load simulations, quickly identify performance bottlenecks with rich client- and server-side metrics, receive AI-powered insights, and integrate tests into CI/CD pipelines. You can get started with no prior load-testing expertise or reuse existing Apache JMeter or Locust scripts—now with local availability in Switzerland North.</a:t>
            </a:r>
          </a:p>
        </p:txBody>
      </p:sp>
    </p:spTree>
    <p:extLst>
      <p:ext uri="{BB962C8B-B14F-4D97-AF65-F5344CB8AC3E}">
        <p14:creationId xmlns:p14="http://schemas.microsoft.com/office/powerpoint/2010/main" val="582936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xEl>
                                              <p:pRg st="0" end="0"/>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
                                            <p:txEl>
                                              <p:pRg st="1" end="1"/>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17F39168-7046-60A5-1EEA-8D2B5EAAE24F}"/>
              </a:ext>
            </a:extLst>
          </p:cNvPr>
          <p:cNvSpPr>
            <a:spLocks noGrp="1"/>
          </p:cNvSpPr>
          <p:nvPr>
            <p:ph type="body" sz="quarter" idx="13"/>
          </p:nvPr>
        </p:nvSpPr>
        <p:spPr/>
        <p:txBody>
          <a:bodyPr/>
          <a:lstStyle/>
          <a:p>
            <a:r>
              <a:rPr lang="en-US" sz="4000" dirty="0"/>
              <a:t>Information</a:t>
            </a:r>
          </a:p>
        </p:txBody>
      </p:sp>
    </p:spTree>
    <p:extLst>
      <p:ext uri="{BB962C8B-B14F-4D97-AF65-F5344CB8AC3E}">
        <p14:creationId xmlns:p14="http://schemas.microsoft.com/office/powerpoint/2010/main" val="12760416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D9E4E97-A385-759E-BD70-47D0B91CA39E}"/>
              </a:ext>
            </a:extLst>
          </p:cNvPr>
          <p:cNvSpPr>
            <a:spLocks noGrp="1"/>
          </p:cNvSpPr>
          <p:nvPr>
            <p:ph type="body" sz="quarter" idx="10"/>
          </p:nvPr>
        </p:nvSpPr>
        <p:spPr>
          <a:xfrm>
            <a:off x="342900" y="855080"/>
            <a:ext cx="8455914" cy="3774069"/>
          </a:xfrm>
        </p:spPr>
        <p:txBody>
          <a:bodyPr/>
          <a:lstStyle/>
          <a:p>
            <a:r>
              <a:rPr lang="en-US" dirty="0">
                <a:hlinkClick r:id="rId2"/>
              </a:rPr>
              <a:t>Azure Times GitHub Repo</a:t>
            </a:r>
            <a:endParaRPr lang="en-US" dirty="0"/>
          </a:p>
        </p:txBody>
      </p:sp>
      <p:sp>
        <p:nvSpPr>
          <p:cNvPr id="3" name="Title 2">
            <a:extLst>
              <a:ext uri="{FF2B5EF4-FFF2-40B4-BE49-F238E27FC236}">
                <a16:creationId xmlns:a16="http://schemas.microsoft.com/office/drawing/2014/main" id="{78BEF490-0130-4022-0399-BE422CD7CB94}"/>
              </a:ext>
            </a:extLst>
          </p:cNvPr>
          <p:cNvSpPr>
            <a:spLocks noGrp="1"/>
          </p:cNvSpPr>
          <p:nvPr>
            <p:ph type="title"/>
          </p:nvPr>
        </p:nvSpPr>
        <p:spPr/>
        <p:txBody>
          <a:bodyPr/>
          <a:lstStyle/>
          <a:p>
            <a:r>
              <a:rPr lang="en-US" sz="1800" dirty="0"/>
              <a:t>Information</a:t>
            </a:r>
            <a:br>
              <a:rPr lang="en-US" sz="1800" dirty="0"/>
            </a:br>
            <a:endParaRPr lang="en-US" dirty="0"/>
          </a:p>
        </p:txBody>
      </p:sp>
    </p:spTree>
    <p:extLst>
      <p:ext uri="{BB962C8B-B14F-4D97-AF65-F5344CB8AC3E}">
        <p14:creationId xmlns:p14="http://schemas.microsoft.com/office/powerpoint/2010/main" val="74768153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17F39168-7046-60A5-1EEA-8D2B5EAAE24F}"/>
              </a:ext>
            </a:extLst>
          </p:cNvPr>
          <p:cNvSpPr>
            <a:spLocks noGrp="1"/>
          </p:cNvSpPr>
          <p:nvPr>
            <p:ph type="body" sz="quarter" idx="13"/>
          </p:nvPr>
        </p:nvSpPr>
        <p:spPr/>
        <p:txBody>
          <a:bodyPr/>
          <a:lstStyle/>
          <a:p>
            <a:r>
              <a:rPr lang="en-US" sz="4000" dirty="0"/>
              <a:t>Questions</a:t>
            </a:r>
          </a:p>
        </p:txBody>
      </p:sp>
    </p:spTree>
    <p:extLst>
      <p:ext uri="{BB962C8B-B14F-4D97-AF65-F5344CB8AC3E}">
        <p14:creationId xmlns:p14="http://schemas.microsoft.com/office/powerpoint/2010/main" val="2482707150"/>
      </p:ext>
    </p:extLst>
  </p:cSld>
  <p:clrMapOvr>
    <a:masterClrMapping/>
  </p:clrMapOvr>
</p:sld>
</file>

<file path=ppt/theme/theme1.xml><?xml version="1.0" encoding="utf-8"?>
<a:theme xmlns:a="http://schemas.openxmlformats.org/drawingml/2006/main" name="Continuum Theme">
  <a:themeElements>
    <a:clrScheme name="EPAM Continuum Final">
      <a:dk1>
        <a:srgbClr val="222222"/>
      </a:dk1>
      <a:lt1>
        <a:srgbClr val="FFFFFF"/>
      </a:lt1>
      <a:dk2>
        <a:srgbClr val="A0A0A0"/>
      </a:dk2>
      <a:lt2>
        <a:srgbClr val="DBDAD6"/>
      </a:lt2>
      <a:accent1>
        <a:srgbClr val="545454"/>
      </a:accent1>
      <a:accent2>
        <a:srgbClr val="FFC000"/>
      </a:accent2>
      <a:accent3>
        <a:srgbClr val="38C2D7"/>
      </a:accent3>
      <a:accent4>
        <a:srgbClr val="445464"/>
      </a:accent4>
      <a:accent5>
        <a:srgbClr val="008ACE"/>
      </a:accent5>
      <a:accent6>
        <a:srgbClr val="E53B2E"/>
      </a:accent6>
      <a:hlink>
        <a:srgbClr val="000000"/>
      </a:hlink>
      <a:folHlink>
        <a:srgbClr val="00000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solidFill>
          <a:schemeClr val="accent1"/>
        </a:solidFill>
        <a:ln>
          <a:noFill/>
        </a:ln>
        <a:effectLst/>
      </a:spPr>
      <a:bodyPr wrap="none" rtlCol="0" anchor="ctr"/>
      <a:lstStyle>
        <a:defPPr algn="ctr">
          <a:defRPr sz="2400" dirty="0" err="1" smtClean="0">
            <a:solidFill>
              <a:schemeClr val="bg1"/>
            </a:solidFill>
            <a:latin typeface="Calibri Light" panose="020F0302020204030204" pitchFamily="34" charset="0"/>
            <a:ea typeface="Human Sans ExtraLight" charset="0"/>
            <a:cs typeface="Human Sans ExtraLight" charset="0"/>
          </a:defRPr>
        </a:defPPr>
      </a:lstStyle>
    </a:spDef>
    <a:lnDef>
      <a:spPr>
        <a:ln w="635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lnSpc>
            <a:spcPct val="110000"/>
          </a:lnSpc>
          <a:spcBef>
            <a:spcPts val="600"/>
          </a:spcBef>
          <a:defRPr sz="1200" dirty="0" err="1" smtClean="0">
            <a:ea typeface="Human Sans" charset="0"/>
            <a:cs typeface="Human Sans" charset="0"/>
          </a:defRPr>
        </a:defPPr>
      </a:lstStyle>
    </a:txDef>
  </a:objectDefaults>
  <a:extraClrSchemeLst/>
  <a:extLst>
    <a:ext uri="{05A4C25C-085E-4340-85A3-A5531E510DB2}">
      <thm15:themeFamily xmlns:thm15="http://schemas.microsoft.com/office/thememl/2012/main" name="Continuum_Master_v1.1" id="{D2F91407-39AD-2344-8F42-01B4155FF2FD}" vid="{09F1F252-BD3A-0A45-9F6B-518524EA322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8C3A9FD6A1D2BC41832AF270024651C7" ma:contentTypeVersion="6" ma:contentTypeDescription="Create a new document." ma:contentTypeScope="" ma:versionID="0421700c9180782018be286cde8a21da">
  <xsd:schema xmlns:xsd="http://www.w3.org/2001/XMLSchema" xmlns:xs="http://www.w3.org/2001/XMLSchema" xmlns:p="http://schemas.microsoft.com/office/2006/metadata/properties" xmlns:ns2="2e7e23d5-2c80-4164-89d2-1708db4037b8" xmlns:ns3="4e7ac07f-2cd6-47aa-8863-e3015989625c" targetNamespace="http://schemas.microsoft.com/office/2006/metadata/properties" ma:root="true" ma:fieldsID="541d07e3f89946b63e942fc7370dae48" ns2:_="" ns3:_="">
    <xsd:import namespace="2e7e23d5-2c80-4164-89d2-1708db4037b8"/>
    <xsd:import namespace="4e7ac07f-2cd6-47aa-8863-e3015989625c"/>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AutoKeyPoints" minOccurs="0"/>
                <xsd:element ref="ns2:MediaServiceKeyPoint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e7e23d5-2c80-4164-89d2-1708db4037b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2" nillable="true" ma:displayName="MediaServiceAutoKeyPoints" ma:hidden="true" ma:internalName="MediaServiceAutoKeyPoints" ma:readOnly="true">
      <xsd:simpleType>
        <xsd:restriction base="dms:Note"/>
      </xsd:simpleType>
    </xsd:element>
    <xsd:element name="MediaServiceKeyPoints" ma:index="13" nillable="true" ma:displayName="KeyPoints" ma:internalName="MediaServiceKeyPoint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4e7ac07f-2cd6-47aa-8863-e3015989625c"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E04B39D-0CBA-4F8F-8809-785207E87965}">
  <ds:schemaRefs>
    <ds:schemaRef ds:uri="http://schemas.microsoft.com/sharepoint/v3/contenttype/forms"/>
  </ds:schemaRefs>
</ds:datastoreItem>
</file>

<file path=customXml/itemProps2.xml><?xml version="1.0" encoding="utf-8"?>
<ds:datastoreItem xmlns:ds="http://schemas.openxmlformats.org/officeDocument/2006/customXml" ds:itemID="{4DE7C614-AA74-4D4D-9D2D-D96DA5126C78}">
  <ds:schemaRefs>
    <ds:schemaRef ds:uri="http://schemas.microsoft.com/office/2006/metadata/properties"/>
    <ds:schemaRef ds:uri="http://schemas.microsoft.com/office/2006/documentManagement/types"/>
    <ds:schemaRef ds:uri="http://purl.org/dc/terms/"/>
    <ds:schemaRef ds:uri="http://purl.org/dc/elements/1.1/"/>
    <ds:schemaRef ds:uri="http://schemas.microsoft.com/office/infopath/2007/PartnerControls"/>
    <ds:schemaRef ds:uri="2e7e23d5-2c80-4164-89d2-1708db4037b8"/>
    <ds:schemaRef ds:uri="http://purl.org/dc/dcmitype/"/>
    <ds:schemaRef ds:uri="http://schemas.openxmlformats.org/package/2006/metadata/core-properties"/>
    <ds:schemaRef ds:uri="4e7ac07f-2cd6-47aa-8863-e3015989625c"/>
    <ds:schemaRef ds:uri="http://www.w3.org/XML/1998/namespace"/>
  </ds:schemaRefs>
</ds:datastoreItem>
</file>

<file path=customXml/itemProps3.xml><?xml version="1.0" encoding="utf-8"?>
<ds:datastoreItem xmlns:ds="http://schemas.openxmlformats.org/officeDocument/2006/customXml" ds:itemID="{25D63988-C0DC-4185-91C3-6687DBA2F390}">
  <ds:schemaRefs>
    <ds:schemaRef ds:uri="2e7e23d5-2c80-4164-89d2-1708db4037b8"/>
    <ds:schemaRef ds:uri="4e7ac07f-2cd6-47aa-8863-e3015989625c"/>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Metadata/LabelInfo.xml><?xml version="1.0" encoding="utf-8"?>
<clbl:labelList xmlns:clbl="http://schemas.microsoft.com/office/2020/mipLabelMetadata">
  <clbl:label id="{2590e1b2-66ea-4d45-b1aa-185c322e3ba5}" enabled="1" method="Standard" siteId="{40a64d0b-f2f9-4a34-b1b3-0992ac0e5e4e}" contentBits="0" removed="0"/>
</clbl:labelList>
</file>

<file path=docProps/app.xml><?xml version="1.0" encoding="utf-8"?>
<Properties xmlns="http://schemas.openxmlformats.org/officeDocument/2006/extended-properties" xmlns:vt="http://schemas.openxmlformats.org/officeDocument/2006/docPropsVTypes">
  <Template>Covers</Template>
  <TotalTime>1963</TotalTime>
  <Words>1499</Words>
  <Application>Microsoft Office PowerPoint</Application>
  <PresentationFormat>On-screen Show (16:9)</PresentationFormat>
  <Paragraphs>92</Paragraphs>
  <Slides>23</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23</vt:i4>
      </vt:variant>
    </vt:vector>
  </HeadingPairs>
  <TitlesOfParts>
    <vt:vector size="28" baseType="lpstr">
      <vt:lpstr>Arial</vt:lpstr>
      <vt:lpstr>Calibri</vt:lpstr>
      <vt:lpstr>Human Sans</vt:lpstr>
      <vt:lpstr>Human Sans Regular</vt:lpstr>
      <vt:lpstr>Continuum Theme</vt:lpstr>
      <vt:lpstr>Azure Times #190</vt:lpstr>
      <vt:lpstr>PowerPoint Presentation</vt:lpstr>
      <vt:lpstr>Networking Updates</vt:lpstr>
      <vt:lpstr>PowerPoint Presentation</vt:lpstr>
      <vt:lpstr>Security &amp; Identity Updates</vt:lpstr>
      <vt:lpstr>Security &amp; Identity Updates</vt:lpstr>
      <vt:lpstr>PowerPoint Presentation</vt:lpstr>
      <vt:lpstr>Management &amp; Governance Updates</vt:lpstr>
      <vt:lpstr>PowerPoint Presentation</vt:lpstr>
      <vt:lpstr>Compute Updates</vt:lpstr>
      <vt:lpstr>Compute Updates</vt:lpstr>
      <vt:lpstr>Compute Updates</vt:lpstr>
      <vt:lpstr>PowerPoint Presentation</vt:lpstr>
      <vt:lpstr>Storage &amp; Data Updates</vt:lpstr>
      <vt:lpstr>Storage &amp; Data Updates</vt:lpstr>
      <vt:lpstr>Storage &amp; Data Updates</vt:lpstr>
      <vt:lpstr>PowerPoint Presentation</vt:lpstr>
      <vt:lpstr>Integration Updates</vt:lpstr>
      <vt:lpstr>PowerPoint Presentation</vt:lpstr>
      <vt:lpstr>Integration Updates</vt:lpstr>
      <vt:lpstr>PowerPoint Presentation</vt:lpstr>
      <vt:lpstr>Information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
  <cp:lastModifiedBy>Maksim Admin Rotar</cp:lastModifiedBy>
  <cp:revision>122</cp:revision>
  <dcterms:created xsi:type="dcterms:W3CDTF">2018-01-26T19:23:30Z</dcterms:created>
  <dcterms:modified xsi:type="dcterms:W3CDTF">2026-01-23T15:29:25Z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0x0101008C3A9FD6A1D2BC41832AF270024651C7</vt:lpwstr>
  </property>
</Properties>
</file>