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812" r:id="rId4"/>
  </p:sldMasterIdLst>
  <p:notesMasterIdLst>
    <p:notesMasterId r:id="rId21"/>
  </p:notesMasterIdLst>
  <p:handoutMasterIdLst>
    <p:handoutMasterId r:id="rId22"/>
  </p:handoutMasterIdLst>
  <p:sldIdLst>
    <p:sldId id="2142532340" r:id="rId5"/>
    <p:sldId id="2146847045" r:id="rId6"/>
    <p:sldId id="10657" r:id="rId7"/>
    <p:sldId id="2146847127" r:id="rId8"/>
    <p:sldId id="2146847126" r:id="rId9"/>
    <p:sldId id="2146847050" r:id="rId10"/>
    <p:sldId id="2146847096" r:id="rId11"/>
    <p:sldId id="2146847135" r:id="rId12"/>
    <p:sldId id="2146847136" r:id="rId13"/>
    <p:sldId id="2146847052" r:id="rId14"/>
    <p:sldId id="2146847100" r:id="rId15"/>
    <p:sldId id="2146847054" r:id="rId16"/>
    <p:sldId id="2146847142" r:id="rId17"/>
    <p:sldId id="2146847085" r:id="rId18"/>
    <p:sldId id="2146847084" r:id="rId19"/>
    <p:sldId id="2146847064" r:id="rId20"/>
  </p:sldIdLst>
  <p:sldSz cx="9144000" cy="5143500" type="screen16x9"/>
  <p:notesSz cx="6858000" cy="9144000"/>
  <p:defaultText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A752CF65-4D58-4370-B229-5F4CB000B44D}">
          <p14:sldIdLst>
            <p14:sldId id="2142532340"/>
          </p14:sldIdLst>
        </p14:section>
        <p14:section name="Networking" id="{8B3AEA99-85F7-477B-B976-48DC47AA1A88}">
          <p14:sldIdLst>
            <p14:sldId id="2146847045"/>
            <p14:sldId id="10657"/>
            <p14:sldId id="2146847127"/>
            <p14:sldId id="2146847126"/>
          </p14:sldIdLst>
        </p14:section>
        <p14:section name="Security &amp; Identity" id="{1AA42572-B3BD-44F7-813B-C2C647DDBB3C}">
          <p14:sldIdLst/>
        </p14:section>
        <p14:section name="Management &amp; Governance" id="{34181601-6D48-4406-A525-C7B5A12C6C5B}">
          <p14:sldIdLst/>
        </p14:section>
        <p14:section name="Compute" id="{05AA80BB-8802-49AB-8336-A884227CE2F7}">
          <p14:sldIdLst>
            <p14:sldId id="2146847050"/>
            <p14:sldId id="2146847096"/>
            <p14:sldId id="2146847135"/>
            <p14:sldId id="2146847136"/>
          </p14:sldIdLst>
        </p14:section>
        <p14:section name="Storage &amp; Data" id="{1F159046-CE0A-45BC-9D5B-6E6C95980F78}">
          <p14:sldIdLst>
            <p14:sldId id="2146847052"/>
            <p14:sldId id="2146847100"/>
          </p14:sldIdLst>
        </p14:section>
        <p14:section name="Databases" id="{AEAFAE72-AD56-48F3-926B-38BAE269038F}">
          <p14:sldIdLst>
            <p14:sldId id="2146847054"/>
            <p14:sldId id="2146847142"/>
          </p14:sldIdLst>
        </p14:section>
        <p14:section name="Integration" id="{ACBD46A3-6F1C-451B-A154-0A056E0DEFF6}">
          <p14:sldIdLst/>
        </p14:section>
        <p14:section name="ML &amp; AI &amp; IOT" id="{F4E1EAF1-55E9-4CA4-8ADC-28B69C1D66D2}">
          <p14:sldIdLst/>
        </p14:section>
        <p14:section name="DevOps &amp; IaC &amp; Automation" id="{A1B23FE8-BD24-477B-81AD-FE484F08F197}">
          <p14:sldIdLst/>
        </p14:section>
        <p14:section name="Miscellaneous" id="{A1456D7A-93BE-4023-90AA-7269D2F177BA}">
          <p14:sldIdLst/>
        </p14:section>
        <p14:section name="End" id="{82899442-2AC4-4699-95EB-48D45B913575}">
          <p14:sldIdLst>
            <p14:sldId id="2146847085"/>
            <p14:sldId id="2146847084"/>
            <p14:sldId id="2146847064"/>
          </p14:sldIdLst>
        </p14:section>
      </p14:sectionLst>
    </p:ext>
    <p:ext uri="{EFAFB233-063F-42B5-8137-9DF3F51BA10A}">
      <p15:sldGuideLst xmlns:p15="http://schemas.microsoft.com/office/powerpoint/2012/main"/>
    </p:ext>
    <p:ext uri="{2D200454-40CA-4A62-9FC3-DE9A4176ACB9}">
      <p15:notesGuideLst xmlns:p15="http://schemas.microsoft.com/office/powerpoint/2012/main">
        <p15:guide id="1" orient="horz" pos="2736" userDrawn="1">
          <p15:clr>
            <a:srgbClr val="A4A3A4"/>
          </p15:clr>
        </p15:guide>
        <p15:guide id="2" pos="1477" userDrawn="1">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7" name="Emily Catuzzi" initials="EC" lastIdx="19" clrIdx="9">
    <p:extLst>
      <p:ext uri="{19B8F6BF-5375-455C-9EA6-DF929625EA0E}">
        <p15:presenceInfo xmlns:p15="http://schemas.microsoft.com/office/powerpoint/2012/main" userId="S::Emily_Catuzzi@epam.com::b46d6ad4-ac70-4125-82a7-0ece5134c360" providerId="AD"/>
      </p:ext>
    </p:extLst>
  </p:cmAuthor>
  <p:cmAuthor id="1" name="Laura Brady" initials="LB" lastIdx="52" clrIdx="3">
    <p:extLst>
      <p:ext uri="{19B8F6BF-5375-455C-9EA6-DF929625EA0E}">
        <p15:presenceInfo xmlns:p15="http://schemas.microsoft.com/office/powerpoint/2012/main" userId="S::Laura_Brady@epam.com::b18c91b0-83fb-4c27-875b-18626d50463b" providerId="AD"/>
      </p:ext>
    </p:extLst>
  </p:cmAuthor>
  <p:cmAuthor id="8" name="Gretchen Rice" initials="GR" lastIdx="4" clrIdx="10">
    <p:extLst>
      <p:ext uri="{19B8F6BF-5375-455C-9EA6-DF929625EA0E}">
        <p15:presenceInfo xmlns:p15="http://schemas.microsoft.com/office/powerpoint/2012/main" userId="S::gretchen_rice@epam.com::e279efbb-a837-440d-b0bd-684dd084c605" providerId="AD"/>
      </p:ext>
    </p:extLst>
  </p:cmAuthor>
  <p:cmAuthor id="2" name="Amy Legere" initials="AL" lastIdx="5" clrIdx="5">
    <p:extLst>
      <p:ext uri="{19B8F6BF-5375-455C-9EA6-DF929625EA0E}">
        <p15:presenceInfo xmlns:p15="http://schemas.microsoft.com/office/powerpoint/2012/main" userId="S::Amy_Legere@epam.com::36c3e91a-2059-4c30-8d42-5285dd7a2555" providerId="AD"/>
      </p:ext>
    </p:extLst>
  </p:cmAuthor>
  <p:cmAuthor id="9" name="Jennifer Markowitz" initials="JM" lastIdx="1" clrIdx="11">
    <p:extLst>
      <p:ext uri="{19B8F6BF-5375-455C-9EA6-DF929625EA0E}">
        <p15:presenceInfo xmlns:p15="http://schemas.microsoft.com/office/powerpoint/2012/main" userId="S::jennifer_markowitz@epam.com::f9148081-3671-49e1-8328-0a911bc72bfd" providerId="AD"/>
      </p:ext>
    </p:extLst>
  </p:cmAuthor>
  <p:cmAuthor id="3" name="John Hatz" initials="JH" lastIdx="1" clrIdx="4">
    <p:extLst>
      <p:ext uri="{19B8F6BF-5375-455C-9EA6-DF929625EA0E}">
        <p15:presenceInfo xmlns:p15="http://schemas.microsoft.com/office/powerpoint/2012/main" userId="S-1-5-21-2676001572-3131771074-2776907194-23347" providerId="AD"/>
      </p:ext>
    </p:extLst>
  </p:cmAuthor>
  <p:cmAuthor id="10" name="Nastassia Smolskaya" initials="NS" lastIdx="11" clrIdx="12">
    <p:extLst>
      <p:ext uri="{19B8F6BF-5375-455C-9EA6-DF929625EA0E}">
        <p15:presenceInfo xmlns:p15="http://schemas.microsoft.com/office/powerpoint/2012/main" userId="S::Nastassia_Smolskaya@epam.com::8ff1f7bc-3066-491e-a683-ea021ab0c825" providerId="AD"/>
      </p:ext>
    </p:extLst>
  </p:cmAuthor>
  <p:cmAuthor id="4" name="John Hatz" initials="JH [2]" lastIdx="3" clrIdx="6">
    <p:extLst>
      <p:ext uri="{19B8F6BF-5375-455C-9EA6-DF929625EA0E}">
        <p15:presenceInfo xmlns:p15="http://schemas.microsoft.com/office/powerpoint/2012/main" userId="S::john_hatz@epam.com::7f3a8b4b-4b1e-493d-b3f9-196adf0a1de0" providerId="AD"/>
      </p:ext>
    </p:extLst>
  </p:cmAuthor>
  <p:cmAuthor id="5" name="Mariette Kouwenberg-Mooney" initials="MK" lastIdx="19" clrIdx="7">
    <p:extLst>
      <p:ext uri="{19B8F6BF-5375-455C-9EA6-DF929625EA0E}">
        <p15:presenceInfo xmlns:p15="http://schemas.microsoft.com/office/powerpoint/2012/main" userId="S::Mariette_Kouwenberg-Mooney@epam.com::e2a13c51-a5c6-436b-ad7f-addd34212f51" providerId="AD"/>
      </p:ext>
    </p:extLst>
  </p:cmAuthor>
  <p:cmAuthor id="6" name="Julie Hansberry" initials="JH" lastIdx="13" clrIdx="8">
    <p:extLst>
      <p:ext uri="{19B8F6BF-5375-455C-9EA6-DF929625EA0E}">
        <p15:presenceInfo xmlns:p15="http://schemas.microsoft.com/office/powerpoint/2012/main" userId="S::julie_hansberry@epam.com::6cd6a8f9-b761-4260-92e9-1b9e97578688"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F6CBD"/>
    <a:srgbClr val="002050"/>
    <a:srgbClr val="F25D43"/>
    <a:srgbClr val="CADC49"/>
    <a:srgbClr val="E53B2E"/>
    <a:srgbClr val="FFC000"/>
    <a:srgbClr val="D35D47"/>
    <a:srgbClr val="008ACF"/>
    <a:srgbClr val="76CDD8"/>
    <a:srgbClr val="75A0A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0B79132-3F09-4EB7-9156-AFD2ABE5B897}" v="37" dt="2021-04-12T18:27:46.96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591" autoAdjust="0"/>
    <p:restoredTop sz="94694"/>
  </p:normalViewPr>
  <p:slideViewPr>
    <p:cSldViewPr snapToGrid="0">
      <p:cViewPr varScale="1">
        <p:scale>
          <a:sx n="138" d="100"/>
          <a:sy n="138" d="100"/>
        </p:scale>
        <p:origin x="2688" y="120"/>
      </p:cViewPr>
      <p:guideLst/>
    </p:cSldViewPr>
  </p:slideViewPr>
  <p:notesTextViewPr>
    <p:cViewPr>
      <p:scale>
        <a:sx n="1" d="1"/>
        <a:sy n="1" d="1"/>
      </p:scale>
      <p:origin x="0" y="0"/>
    </p:cViewPr>
  </p:notesTextViewPr>
  <p:notesViewPr>
    <p:cSldViewPr snapToGrid="0">
      <p:cViewPr varScale="1">
        <p:scale>
          <a:sx n="121" d="100"/>
          <a:sy n="121" d="100"/>
        </p:scale>
        <p:origin x="7662" y="90"/>
      </p:cViewPr>
      <p:guideLst>
        <p:guide orient="horz" pos="2736"/>
        <p:guide pos="1477"/>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heme" Target="theme/theme1.xml"/><Relationship Id="rId3" Type="http://schemas.openxmlformats.org/officeDocument/2006/relationships/customXml" Target="../customXml/item3.xml"/><Relationship Id="rId21" Type="http://schemas.openxmlformats.org/officeDocument/2006/relationships/notesMaster" Target="notesMasters/notes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commentAuthors" Target="commentAuthors.xml"/><Relationship Id="rId28" Type="http://schemas.microsoft.com/office/2015/10/relationships/revisionInfo" Target="revisionInfo.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handoutMaster" Target="handoutMasters/handoutMaster1.xml"/><Relationship Id="rId27"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3FDC14FC-A894-4869-A797-1EC82735D106}" type="datetimeFigureOut">
              <a:rPr lang="en-US" smtClean="0"/>
              <a:t>8/7/2026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CD33E97-F2BE-44DB-A57D-0C85E2CBF508}" type="slidenum">
              <a:rPr lang="en-US" smtClean="0"/>
              <a:t>‹#›</a:t>
            </a:fld>
            <a:endParaRPr lang="en-US"/>
          </a:p>
        </p:txBody>
      </p:sp>
    </p:spTree>
    <p:extLst>
      <p:ext uri="{BB962C8B-B14F-4D97-AF65-F5344CB8AC3E}">
        <p14:creationId xmlns:p14="http://schemas.microsoft.com/office/powerpoint/2010/main" val="29677781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F99C05-63F9-4248-8E20-3ACD9DF9DE7F}" type="datetimeFigureOut">
              <a:rPr lang="en-US" smtClean="0"/>
              <a:t>8/7/2026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874FABB-6DBE-47C4-B626-20167906F475}" type="slidenum">
              <a:rPr lang="en-US" smtClean="0"/>
              <a:t>‹#›</a:t>
            </a:fld>
            <a:endParaRPr lang="en-US"/>
          </a:p>
        </p:txBody>
      </p:sp>
    </p:spTree>
    <p:extLst>
      <p:ext uri="{BB962C8B-B14F-4D97-AF65-F5344CB8AC3E}">
        <p14:creationId xmlns:p14="http://schemas.microsoft.com/office/powerpoint/2010/main" val="4274864021"/>
      </p:ext>
    </p:extLst>
  </p:cSld>
  <p:clrMap bg1="lt1" tx1="dk1" bg2="lt2" tx2="dk2" accent1="accent1" accent2="accent2" accent3="accent3" accent4="accent4" accent5="accent5" accent6="accent6" hlink="hlink" folHlink="folHlink"/>
  <p:notesStyle>
    <a:lvl1pPr marL="0" algn="l" defTabSz="685800" rtl="0" eaLnBrk="1" latinLnBrk="0" hangingPunct="1">
      <a:defRPr sz="900" kern="1200">
        <a:solidFill>
          <a:schemeClr val="tx1"/>
        </a:solidFill>
        <a:latin typeface="+mn-lt"/>
        <a:ea typeface="+mn-ea"/>
        <a:cs typeface="+mn-cs"/>
      </a:defRPr>
    </a:lvl1pPr>
    <a:lvl2pPr marL="342900" algn="l" defTabSz="685800" rtl="0" eaLnBrk="1" latinLnBrk="0" hangingPunct="1">
      <a:defRPr sz="900" kern="1200">
        <a:solidFill>
          <a:schemeClr val="tx1"/>
        </a:solidFill>
        <a:latin typeface="+mn-lt"/>
        <a:ea typeface="+mn-ea"/>
        <a:cs typeface="+mn-cs"/>
      </a:defRPr>
    </a:lvl2pPr>
    <a:lvl3pPr marL="685800" algn="l" defTabSz="685800" rtl="0" eaLnBrk="1" latinLnBrk="0" hangingPunct="1">
      <a:defRPr sz="900" kern="1200">
        <a:solidFill>
          <a:schemeClr val="tx1"/>
        </a:solidFill>
        <a:latin typeface="+mn-lt"/>
        <a:ea typeface="+mn-ea"/>
        <a:cs typeface="+mn-cs"/>
      </a:defRPr>
    </a:lvl3pPr>
    <a:lvl4pPr marL="1028700" algn="l" defTabSz="685800" rtl="0" eaLnBrk="1" latinLnBrk="0" hangingPunct="1">
      <a:defRPr sz="900" kern="1200">
        <a:solidFill>
          <a:schemeClr val="tx1"/>
        </a:solidFill>
        <a:latin typeface="+mn-lt"/>
        <a:ea typeface="+mn-ea"/>
        <a:cs typeface="+mn-cs"/>
      </a:defRPr>
    </a:lvl4pPr>
    <a:lvl5pPr marL="1371600" algn="l" defTabSz="685800" rtl="0" eaLnBrk="1" latinLnBrk="0" hangingPunct="1">
      <a:defRPr sz="900" kern="1200">
        <a:solidFill>
          <a:schemeClr val="tx1"/>
        </a:solidFill>
        <a:latin typeface="+mn-lt"/>
        <a:ea typeface="+mn-ea"/>
        <a:cs typeface="+mn-cs"/>
      </a:defRPr>
    </a:lvl5pPr>
    <a:lvl6pPr marL="1714500" algn="l" defTabSz="685800" rtl="0" eaLnBrk="1" latinLnBrk="0" hangingPunct="1">
      <a:defRPr sz="900" kern="1200">
        <a:solidFill>
          <a:schemeClr val="tx1"/>
        </a:solidFill>
        <a:latin typeface="+mn-lt"/>
        <a:ea typeface="+mn-ea"/>
        <a:cs typeface="+mn-cs"/>
      </a:defRPr>
    </a:lvl6pPr>
    <a:lvl7pPr marL="2057400" algn="l" defTabSz="685800" rtl="0" eaLnBrk="1" latinLnBrk="0" hangingPunct="1">
      <a:defRPr sz="900" kern="1200">
        <a:solidFill>
          <a:schemeClr val="tx1"/>
        </a:solidFill>
        <a:latin typeface="+mn-lt"/>
        <a:ea typeface="+mn-ea"/>
        <a:cs typeface="+mn-cs"/>
      </a:defRPr>
    </a:lvl7pPr>
    <a:lvl8pPr marL="2400300" algn="l" defTabSz="685800" rtl="0" eaLnBrk="1" latinLnBrk="0" hangingPunct="1">
      <a:defRPr sz="900" kern="1200">
        <a:solidFill>
          <a:schemeClr val="tx1"/>
        </a:solidFill>
        <a:latin typeface="+mn-lt"/>
        <a:ea typeface="+mn-ea"/>
        <a:cs typeface="+mn-cs"/>
      </a:defRPr>
    </a:lvl8pPr>
    <a:lvl9pPr marL="2743200" algn="l" defTabSz="685800" rtl="0" eaLnBrk="1" latinLnBrk="0" hangingPunct="1">
      <a:defRPr sz="9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874FABB-6DBE-47C4-B626-20167906F475}" type="slidenum">
              <a:rPr lang="en-US" smtClean="0"/>
              <a:t>1</a:t>
            </a:fld>
            <a:endParaRPr lang="en-US"/>
          </a:p>
        </p:txBody>
      </p:sp>
    </p:spTree>
    <p:extLst>
      <p:ext uri="{BB962C8B-B14F-4D97-AF65-F5344CB8AC3E}">
        <p14:creationId xmlns:p14="http://schemas.microsoft.com/office/powerpoint/2010/main" val="414414487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userDrawn="1">
  <p:cSld name="Cover Text">
    <p:bg>
      <p:bgPr>
        <a:solidFill>
          <a:schemeClr val="tx1"/>
        </a:solid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342900" y="1200151"/>
            <a:ext cx="8458200" cy="2228850"/>
          </a:xfrm>
        </p:spPr>
        <p:txBody>
          <a:bodyPr lIns="0" tIns="0" rIns="0" bIns="0" anchor="b">
            <a:noAutofit/>
          </a:bodyPr>
          <a:lstStyle>
            <a:lvl1pPr algn="l">
              <a:lnSpc>
                <a:spcPct val="85000"/>
              </a:lnSpc>
              <a:defRPr sz="9000" b="0" i="0">
                <a:solidFill>
                  <a:schemeClr val="accent3"/>
                </a:solidFill>
                <a:latin typeface="+mj-lt"/>
                <a:ea typeface="Human Sans Thin" pitchFamily="2" charset="77"/>
                <a:cs typeface="Human Sans Thin" pitchFamily="2" charset="77"/>
              </a:defRPr>
            </a:lvl1pPr>
          </a:lstStyle>
          <a:p>
            <a:r>
              <a:rPr lang="en-US"/>
              <a:t>Proposal</a:t>
            </a:r>
            <a:br>
              <a:rPr lang="en-US"/>
            </a:br>
            <a:r>
              <a:rPr lang="en-US"/>
              <a:t>Title</a:t>
            </a:r>
          </a:p>
        </p:txBody>
      </p:sp>
      <p:sp>
        <p:nvSpPr>
          <p:cNvPr id="8" name="Text Placeholder 7"/>
          <p:cNvSpPr>
            <a:spLocks noGrp="1"/>
          </p:cNvSpPr>
          <p:nvPr>
            <p:ph type="body" sz="quarter" idx="11" hasCustomPrompt="1"/>
          </p:nvPr>
        </p:nvSpPr>
        <p:spPr>
          <a:xfrm>
            <a:off x="342900" y="3600450"/>
            <a:ext cx="8455914" cy="171450"/>
          </a:xfrm>
        </p:spPr>
        <p:txBody>
          <a:bodyPr lIns="0" tIns="0" rIns="0" bIns="0" anchor="t">
            <a:noAutofit/>
          </a:bodyPr>
          <a:lstStyle>
            <a:lvl1pPr marL="0" indent="0">
              <a:lnSpc>
                <a:spcPct val="100000"/>
              </a:lnSpc>
              <a:spcBef>
                <a:spcPts val="0"/>
              </a:spcBef>
              <a:spcAft>
                <a:spcPts val="0"/>
              </a:spcAft>
              <a:buNone/>
              <a:defRPr sz="1200" b="0" i="0" baseline="0">
                <a:solidFill>
                  <a:schemeClr val="bg1"/>
                </a:solidFill>
                <a:latin typeface="+mn-lt"/>
                <a:ea typeface="Calibri" panose="020F0502020204030204" pitchFamily="34" charset="0"/>
                <a:cs typeface="Calibri" panose="020F0502020204030204" pitchFamily="34" charset="0"/>
              </a:defRPr>
            </a:lvl1pPr>
            <a:lvl2pPr>
              <a:defRPr sz="1200">
                <a:solidFill>
                  <a:schemeClr val="bg1"/>
                </a:solidFill>
              </a:defRPr>
            </a:lvl2pPr>
            <a:lvl3pPr>
              <a:defRPr sz="1200">
                <a:solidFill>
                  <a:schemeClr val="bg1"/>
                </a:solidFill>
              </a:defRPr>
            </a:lvl3pPr>
            <a:lvl4pPr>
              <a:defRPr sz="1200">
                <a:solidFill>
                  <a:schemeClr val="bg1"/>
                </a:solidFill>
              </a:defRPr>
            </a:lvl4pPr>
            <a:lvl5pPr>
              <a:defRPr sz="1200">
                <a:solidFill>
                  <a:schemeClr val="bg1"/>
                </a:solidFill>
              </a:defRPr>
            </a:lvl5pPr>
          </a:lstStyle>
          <a:p>
            <a:r>
              <a:rPr lang="en-US"/>
              <a:t>Subtitle description</a:t>
            </a:r>
          </a:p>
        </p:txBody>
      </p:sp>
      <p:sp>
        <p:nvSpPr>
          <p:cNvPr id="5" name="Text Placeholder 4"/>
          <p:cNvSpPr>
            <a:spLocks noGrp="1"/>
          </p:cNvSpPr>
          <p:nvPr>
            <p:ph type="body" sz="quarter" idx="12" hasCustomPrompt="1"/>
          </p:nvPr>
        </p:nvSpPr>
        <p:spPr>
          <a:xfrm>
            <a:off x="342900" y="3864095"/>
            <a:ext cx="1988344" cy="171450"/>
          </a:xfrm>
        </p:spPr>
        <p:txBody>
          <a:bodyPr/>
          <a:lstStyle>
            <a:lvl1pPr>
              <a:lnSpc>
                <a:spcPct val="100000"/>
              </a:lnSpc>
              <a:spcBef>
                <a:spcPts val="0"/>
              </a:spcBef>
              <a:defRPr sz="900" b="0" i="0" cap="all" baseline="0">
                <a:solidFill>
                  <a:schemeClr val="bg1"/>
                </a:solidFill>
                <a:latin typeface="+mn-lt"/>
              </a:defRPr>
            </a:lvl1pPr>
          </a:lstStyle>
          <a:p>
            <a:pPr lvl="0"/>
            <a:r>
              <a:rPr lang="en-US"/>
              <a:t>Date</a:t>
            </a:r>
          </a:p>
        </p:txBody>
      </p:sp>
    </p:spTree>
    <p:extLst>
      <p:ext uri="{BB962C8B-B14F-4D97-AF65-F5344CB8AC3E}">
        <p14:creationId xmlns:p14="http://schemas.microsoft.com/office/powerpoint/2010/main" val="3037779421"/>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ection">
    <p:bg>
      <p:bgPr>
        <a:solidFill>
          <a:schemeClr val="tx1"/>
        </a:solidFill>
        <a:effectLst/>
      </p:bgPr>
    </p:bg>
    <p:spTree>
      <p:nvGrpSpPr>
        <p:cNvPr id="1" name=""/>
        <p:cNvGrpSpPr/>
        <p:nvPr/>
      </p:nvGrpSpPr>
      <p:grpSpPr>
        <a:xfrm>
          <a:off x="0" y="0"/>
          <a:ext cx="0" cy="0"/>
          <a:chOff x="0" y="0"/>
          <a:chExt cx="0" cy="0"/>
        </a:xfrm>
      </p:grpSpPr>
      <p:sp>
        <p:nvSpPr>
          <p:cNvPr id="3" name="Subtitle 2"/>
          <p:cNvSpPr>
            <a:spLocks noGrp="1"/>
          </p:cNvSpPr>
          <p:nvPr>
            <p:ph type="subTitle" idx="1" hasCustomPrompt="1"/>
          </p:nvPr>
        </p:nvSpPr>
        <p:spPr>
          <a:xfrm>
            <a:off x="342901" y="3429000"/>
            <a:ext cx="4148137" cy="1200150"/>
          </a:xfrm>
        </p:spPr>
        <p:txBody>
          <a:bodyPr lIns="0" tIns="0" rIns="0" bIns="0" anchor="t">
            <a:normAutofit/>
          </a:bodyPr>
          <a:lstStyle>
            <a:lvl1pPr marL="0" indent="0" algn="l">
              <a:lnSpc>
                <a:spcPct val="110000"/>
              </a:lnSpc>
              <a:spcBef>
                <a:spcPts val="450"/>
              </a:spcBef>
              <a:spcAft>
                <a:spcPts val="0"/>
              </a:spcAft>
              <a:buNone/>
              <a:defRPr sz="900" b="0" i="0" baseline="0">
                <a:solidFill>
                  <a:schemeClr val="bg1"/>
                </a:solidFill>
                <a:latin typeface="+mn-lt"/>
                <a:ea typeface="Calibri" panose="020F0502020204030204" pitchFamily="34" charset="0"/>
                <a:cs typeface="Calibri" panose="020F0502020204030204" pitchFamily="34" charset="0"/>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type section description</a:t>
            </a:r>
          </a:p>
        </p:txBody>
      </p:sp>
      <p:sp>
        <p:nvSpPr>
          <p:cNvPr id="8" name="Text Placeholder 7"/>
          <p:cNvSpPr>
            <a:spLocks noGrp="1"/>
          </p:cNvSpPr>
          <p:nvPr>
            <p:ph type="body" sz="quarter" idx="12" hasCustomPrompt="1"/>
          </p:nvPr>
        </p:nvSpPr>
        <p:spPr>
          <a:xfrm>
            <a:off x="342901" y="2743200"/>
            <a:ext cx="6299597" cy="514350"/>
          </a:xfrm>
        </p:spPr>
        <p:txBody>
          <a:bodyPr/>
          <a:lstStyle>
            <a:lvl1pPr marL="0" indent="0">
              <a:lnSpc>
                <a:spcPct val="100000"/>
              </a:lnSpc>
              <a:spcBef>
                <a:spcPts val="0"/>
              </a:spcBef>
              <a:spcAft>
                <a:spcPts val="0"/>
              </a:spcAft>
              <a:buNone/>
              <a:defRPr sz="3600" b="0" i="0" baseline="0">
                <a:solidFill>
                  <a:schemeClr val="accent3"/>
                </a:solidFill>
                <a:latin typeface="+mj-lt"/>
                <a:ea typeface="Calibri Light" charset="0"/>
                <a:cs typeface="Calibri Light" charset="0"/>
              </a:defRPr>
            </a:lvl1pPr>
          </a:lstStyle>
          <a:p>
            <a:pPr lvl="0"/>
            <a:r>
              <a:rPr lang="en-US"/>
              <a:t>Section Header</a:t>
            </a:r>
          </a:p>
        </p:txBody>
      </p:sp>
      <p:sp>
        <p:nvSpPr>
          <p:cNvPr id="11" name="Text Placeholder 10"/>
          <p:cNvSpPr>
            <a:spLocks noGrp="1"/>
          </p:cNvSpPr>
          <p:nvPr>
            <p:ph type="body" sz="quarter" idx="13" hasCustomPrompt="1"/>
          </p:nvPr>
        </p:nvSpPr>
        <p:spPr>
          <a:xfrm>
            <a:off x="252845" y="1285875"/>
            <a:ext cx="4148138" cy="1714500"/>
          </a:xfrm>
        </p:spPr>
        <p:txBody>
          <a:bodyPr wrap="square" anchor="b"/>
          <a:lstStyle>
            <a:lvl1pPr>
              <a:lnSpc>
                <a:spcPct val="100000"/>
              </a:lnSpc>
              <a:spcBef>
                <a:spcPts val="0"/>
              </a:spcBef>
              <a:spcAft>
                <a:spcPts val="0"/>
              </a:spcAft>
              <a:defRPr sz="16500" b="0" i="0">
                <a:solidFill>
                  <a:schemeClr val="accent3"/>
                </a:solidFill>
                <a:latin typeface="+mj-lt"/>
                <a:ea typeface="Human Sans Thin" pitchFamily="2" charset="77"/>
                <a:cs typeface="Human Sans Thin" pitchFamily="2" charset="77"/>
              </a:defRPr>
            </a:lvl1pPr>
          </a:lstStyle>
          <a:p>
            <a:pPr lvl="0"/>
            <a:r>
              <a:rPr lang="en-US"/>
              <a:t>0</a:t>
            </a:r>
          </a:p>
        </p:txBody>
      </p:sp>
      <p:sp>
        <p:nvSpPr>
          <p:cNvPr id="7" name="Slide Number Placeholder 13"/>
          <p:cNvSpPr txBox="1">
            <a:spLocks/>
          </p:cNvSpPr>
          <p:nvPr userDrawn="1"/>
        </p:nvSpPr>
        <p:spPr>
          <a:xfrm>
            <a:off x="8522494" y="4800599"/>
            <a:ext cx="276320" cy="171450"/>
          </a:xfrm>
          <a:prstGeom prst="rect">
            <a:avLst/>
          </a:prstGeom>
        </p:spPr>
        <p:txBody>
          <a:bodyPr vert="horz" lIns="0" tIns="0" rIns="0" bIns="0" rtlCol="0" anchor="ctr"/>
          <a:lstStyle>
            <a:defPPr>
              <a:defRPr lang="en-US"/>
            </a:defPPr>
            <a:lvl1pPr marL="0" algn="r" defTabSz="914400" rtl="0" eaLnBrk="1" latinLnBrk="0" hangingPunct="1">
              <a:defRPr sz="800" b="0" i="0" kern="1200">
                <a:solidFill>
                  <a:schemeClr val="tx1"/>
                </a:solidFill>
                <a:latin typeface="+mn-lt"/>
                <a:ea typeface="Calibri" panose="020F0502020204030204" pitchFamily="34" charset="0"/>
                <a:cs typeface="Calibri" panose="020F050202020403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15F3C1C-9817-214B-A493-8D89031D0F96}" type="slidenum">
              <a:rPr lang="en-US" sz="600" b="0" i="0" smtClean="0">
                <a:solidFill>
                  <a:schemeClr val="bg1"/>
                </a:solidFill>
                <a:latin typeface="+mn-lt"/>
              </a:rPr>
              <a:pPr/>
              <a:t>‹#›</a:t>
            </a:fld>
            <a:endParaRPr lang="en-US" sz="600" b="0" i="0">
              <a:solidFill>
                <a:schemeClr val="bg1"/>
              </a:solidFill>
              <a:latin typeface="+mn-lt"/>
            </a:endParaRPr>
          </a:p>
        </p:txBody>
      </p:sp>
    </p:spTree>
    <p:extLst>
      <p:ext uri="{BB962C8B-B14F-4D97-AF65-F5344CB8AC3E}">
        <p14:creationId xmlns:p14="http://schemas.microsoft.com/office/powerpoint/2010/main" val="2513291986"/>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523583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Title 1"/>
          <p:cNvSpPr>
            <a:spLocks noGrp="1"/>
          </p:cNvSpPr>
          <p:nvPr>
            <p:ph type="title"/>
          </p:nvPr>
        </p:nvSpPr>
        <p:spPr>
          <a:xfrm>
            <a:off x="342900" y="342900"/>
            <a:ext cx="8455914" cy="342900"/>
          </a:xfrm>
        </p:spPr>
        <p:txBody>
          <a:bodyPr/>
          <a:lstStyle>
            <a:lvl1pPr>
              <a:defRPr b="1">
                <a:latin typeface="+mn-lt"/>
              </a:defRPr>
            </a:lvl1pPr>
          </a:lstStyle>
          <a:p>
            <a:r>
              <a:rPr lang="en-US"/>
              <a:t>Click to edit Master title style</a:t>
            </a:r>
          </a:p>
        </p:txBody>
      </p:sp>
      <p:sp>
        <p:nvSpPr>
          <p:cNvPr id="8" name="Text Placeholder 10"/>
          <p:cNvSpPr>
            <a:spLocks noGrp="1"/>
          </p:cNvSpPr>
          <p:nvPr>
            <p:ph type="body" sz="quarter" idx="15" hasCustomPrompt="1"/>
          </p:nvPr>
        </p:nvSpPr>
        <p:spPr>
          <a:xfrm>
            <a:off x="342900" y="173620"/>
            <a:ext cx="2708910" cy="169280"/>
          </a:xfrm>
        </p:spPr>
        <p:txBody>
          <a:bodyPr/>
          <a:lstStyle>
            <a:lvl1pPr>
              <a:defRPr sz="675" b="1" cap="all" baseline="0">
                <a:solidFill>
                  <a:schemeClr val="accent3"/>
                </a:solidFill>
                <a:latin typeface="+mn-lt"/>
              </a:defRPr>
            </a:lvl1pPr>
          </a:lstStyle>
          <a:p>
            <a:pPr lvl="0"/>
            <a:r>
              <a:rPr lang="en-US"/>
              <a:t>Click to add section title</a:t>
            </a:r>
          </a:p>
        </p:txBody>
      </p:sp>
    </p:spTree>
    <p:extLst>
      <p:ext uri="{BB962C8B-B14F-4D97-AF65-F5344CB8AC3E}">
        <p14:creationId xmlns:p14="http://schemas.microsoft.com/office/powerpoint/2010/main" val="33305462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Title">
    <p:spTree>
      <p:nvGrpSpPr>
        <p:cNvPr id="1" name=""/>
        <p:cNvGrpSpPr/>
        <p:nvPr/>
      </p:nvGrpSpPr>
      <p:grpSpPr>
        <a:xfrm>
          <a:off x="0" y="0"/>
          <a:ext cx="0" cy="0"/>
          <a:chOff x="0" y="0"/>
          <a:chExt cx="0" cy="0"/>
        </a:xfrm>
      </p:grpSpPr>
      <p:sp>
        <p:nvSpPr>
          <p:cNvPr id="8" name="Text Placeholder 10"/>
          <p:cNvSpPr>
            <a:spLocks noGrp="1"/>
          </p:cNvSpPr>
          <p:nvPr>
            <p:ph type="body" sz="quarter" idx="15" hasCustomPrompt="1"/>
          </p:nvPr>
        </p:nvSpPr>
        <p:spPr>
          <a:xfrm>
            <a:off x="342900" y="173620"/>
            <a:ext cx="2708910" cy="169280"/>
          </a:xfrm>
        </p:spPr>
        <p:txBody>
          <a:bodyPr/>
          <a:lstStyle>
            <a:lvl1pPr>
              <a:defRPr sz="675" b="1" cap="all" baseline="0">
                <a:solidFill>
                  <a:schemeClr val="accent3"/>
                </a:solidFill>
                <a:latin typeface="+mn-lt"/>
              </a:defRPr>
            </a:lvl1pPr>
          </a:lstStyle>
          <a:p>
            <a:pPr lvl="0"/>
            <a:r>
              <a:rPr lang="en-US"/>
              <a:t>Click to add section title</a:t>
            </a:r>
          </a:p>
        </p:txBody>
      </p:sp>
    </p:spTree>
    <p:extLst>
      <p:ext uri="{BB962C8B-B14F-4D97-AF65-F5344CB8AC3E}">
        <p14:creationId xmlns:p14="http://schemas.microsoft.com/office/powerpoint/2010/main" val="33213973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 Text">
    <p:spTree>
      <p:nvGrpSpPr>
        <p:cNvPr id="1" name=""/>
        <p:cNvGrpSpPr/>
        <p:nvPr/>
      </p:nvGrpSpPr>
      <p:grpSpPr>
        <a:xfrm>
          <a:off x="0" y="0"/>
          <a:ext cx="0" cy="0"/>
          <a:chOff x="0" y="0"/>
          <a:chExt cx="0" cy="0"/>
        </a:xfrm>
      </p:grpSpPr>
      <p:sp>
        <p:nvSpPr>
          <p:cNvPr id="10" name="Text Placeholder 9"/>
          <p:cNvSpPr>
            <a:spLocks noGrp="1"/>
          </p:cNvSpPr>
          <p:nvPr>
            <p:ph type="body" sz="quarter" idx="10"/>
          </p:nvPr>
        </p:nvSpPr>
        <p:spPr>
          <a:xfrm>
            <a:off x="342900" y="855080"/>
            <a:ext cx="7022306" cy="3774069"/>
          </a:xfrm>
        </p:spPr>
        <p:txBody>
          <a:bodyPr lIns="0" tIns="0" rIns="0" bIns="0"/>
          <a:lstStyle>
            <a:lvl1pPr marL="0" indent="0">
              <a:lnSpc>
                <a:spcPct val="110000"/>
              </a:lnSpc>
              <a:spcAft>
                <a:spcPts val="0"/>
              </a:spcAft>
              <a:buNone/>
              <a:tabLst>
                <a:tab pos="2438400" algn="l"/>
              </a:tabLst>
              <a:defRPr sz="1200" b="0" i="0" baseline="0">
                <a:latin typeface="+mn-lt"/>
              </a:defRPr>
            </a:lvl1pPr>
            <a:lvl2pPr marL="342900" indent="0">
              <a:buNone/>
              <a:defRPr/>
            </a:lvl2pPr>
            <a:lvl3pPr marL="685800" indent="0">
              <a:buNone/>
              <a:defRPr/>
            </a:lvl3pPr>
            <a:lvl4pPr marL="1028700" indent="0">
              <a:buNone/>
              <a:defRPr/>
            </a:lvl4pPr>
            <a:lvl5pPr marL="1371600" indent="0">
              <a:buNone/>
              <a:defRPr/>
            </a:lvl5pPr>
          </a:lstStyle>
          <a:p>
            <a:pPr lvl="0"/>
            <a:r>
              <a:rPr lang="en-US"/>
              <a:t>Edit Master text styles</a:t>
            </a:r>
          </a:p>
        </p:txBody>
      </p:sp>
      <p:sp>
        <p:nvSpPr>
          <p:cNvPr id="11" name="Title 1"/>
          <p:cNvSpPr>
            <a:spLocks noGrp="1"/>
          </p:cNvSpPr>
          <p:nvPr>
            <p:ph type="title"/>
          </p:nvPr>
        </p:nvSpPr>
        <p:spPr>
          <a:xfrm>
            <a:off x="342900" y="342900"/>
            <a:ext cx="8455914" cy="342900"/>
          </a:xfrm>
        </p:spPr>
        <p:txBody>
          <a:bodyPr/>
          <a:lstStyle>
            <a:lvl1pPr>
              <a:defRPr b="1">
                <a:latin typeface="+mn-lt"/>
              </a:defRPr>
            </a:lvl1pPr>
          </a:lstStyle>
          <a:p>
            <a:r>
              <a:rPr lang="en-US"/>
              <a:t>Click to edit Master title style</a:t>
            </a:r>
          </a:p>
        </p:txBody>
      </p:sp>
      <p:sp>
        <p:nvSpPr>
          <p:cNvPr id="12" name="Text Placeholder 10"/>
          <p:cNvSpPr>
            <a:spLocks noGrp="1"/>
          </p:cNvSpPr>
          <p:nvPr>
            <p:ph type="body" sz="quarter" idx="15" hasCustomPrompt="1"/>
          </p:nvPr>
        </p:nvSpPr>
        <p:spPr>
          <a:xfrm>
            <a:off x="342900" y="173620"/>
            <a:ext cx="2708910" cy="169280"/>
          </a:xfrm>
        </p:spPr>
        <p:txBody>
          <a:bodyPr/>
          <a:lstStyle>
            <a:lvl1pPr>
              <a:defRPr sz="675" b="1" cap="all" baseline="0">
                <a:solidFill>
                  <a:schemeClr val="accent3"/>
                </a:solidFill>
                <a:latin typeface="+mn-lt"/>
              </a:defRPr>
            </a:lvl1pPr>
          </a:lstStyle>
          <a:p>
            <a:pPr lvl="0"/>
            <a:r>
              <a:rPr lang="en-US"/>
              <a:t>Click to add section title</a:t>
            </a:r>
          </a:p>
        </p:txBody>
      </p:sp>
    </p:spTree>
    <p:extLst>
      <p:ext uri="{BB962C8B-B14F-4D97-AF65-F5344CB8AC3E}">
        <p14:creationId xmlns:p14="http://schemas.microsoft.com/office/powerpoint/2010/main" val="2402786929"/>
      </p:ext>
    </p:extLst>
  </p:cSld>
  <p:clrMapOvr>
    <a:masterClrMapping/>
  </p:clrMapOvr>
  <p:extLst>
    <p:ext uri="{DCECCB84-F9BA-43D5-87BE-67443E8EF086}">
      <p15:sldGuideLst xmlns:p15="http://schemas.microsoft.com/office/powerpoint/2012/main"/>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3_Title + Text">
    <p:spTree>
      <p:nvGrpSpPr>
        <p:cNvPr id="1" name=""/>
        <p:cNvGrpSpPr/>
        <p:nvPr/>
      </p:nvGrpSpPr>
      <p:grpSpPr>
        <a:xfrm>
          <a:off x="0" y="0"/>
          <a:ext cx="0" cy="0"/>
          <a:chOff x="0" y="0"/>
          <a:chExt cx="0" cy="0"/>
        </a:xfrm>
      </p:grpSpPr>
      <p:sp>
        <p:nvSpPr>
          <p:cNvPr id="10" name="Text Placeholder 9"/>
          <p:cNvSpPr>
            <a:spLocks noGrp="1"/>
          </p:cNvSpPr>
          <p:nvPr>
            <p:ph type="body" sz="quarter" idx="10"/>
          </p:nvPr>
        </p:nvSpPr>
        <p:spPr>
          <a:xfrm>
            <a:off x="4433776" y="855080"/>
            <a:ext cx="4365038" cy="3774069"/>
          </a:xfrm>
        </p:spPr>
        <p:txBody>
          <a:bodyPr lIns="0" tIns="0" rIns="0" bIns="0"/>
          <a:lstStyle>
            <a:lvl1pPr marL="0" indent="0">
              <a:lnSpc>
                <a:spcPct val="110000"/>
              </a:lnSpc>
              <a:spcAft>
                <a:spcPts val="0"/>
              </a:spcAft>
              <a:buNone/>
              <a:tabLst>
                <a:tab pos="2438400" algn="l"/>
              </a:tabLst>
              <a:defRPr sz="1200" b="0" i="0" baseline="0">
                <a:latin typeface="+mj-lt"/>
              </a:defRPr>
            </a:lvl1pPr>
            <a:lvl2pPr marL="342900" indent="0">
              <a:buNone/>
              <a:defRPr/>
            </a:lvl2pPr>
            <a:lvl3pPr marL="685800" indent="0">
              <a:buNone/>
              <a:defRPr/>
            </a:lvl3pPr>
            <a:lvl4pPr marL="1028700" indent="0">
              <a:buNone/>
              <a:defRPr/>
            </a:lvl4pPr>
            <a:lvl5pPr marL="1371600" indent="0">
              <a:buNone/>
              <a:defRPr/>
            </a:lvl5pPr>
          </a:lstStyle>
          <a:p>
            <a:pPr lvl="0"/>
            <a:r>
              <a:rPr lang="en-US" dirty="0"/>
              <a:t>Edit Master text styles</a:t>
            </a:r>
          </a:p>
        </p:txBody>
      </p:sp>
      <p:sp>
        <p:nvSpPr>
          <p:cNvPr id="11" name="Title 1"/>
          <p:cNvSpPr>
            <a:spLocks noGrp="1"/>
          </p:cNvSpPr>
          <p:nvPr>
            <p:ph type="title"/>
          </p:nvPr>
        </p:nvSpPr>
        <p:spPr>
          <a:xfrm>
            <a:off x="342900" y="342900"/>
            <a:ext cx="8455914" cy="342900"/>
          </a:xfrm>
        </p:spPr>
        <p:txBody>
          <a:bodyPr/>
          <a:lstStyle>
            <a:lvl1pPr>
              <a:defRPr b="1">
                <a:latin typeface="+mj-lt"/>
              </a:defRPr>
            </a:lvl1pPr>
          </a:lstStyle>
          <a:p>
            <a:r>
              <a:rPr lang="en-US" dirty="0"/>
              <a:t>Click to edit Master title style</a:t>
            </a:r>
          </a:p>
        </p:txBody>
      </p:sp>
      <p:sp>
        <p:nvSpPr>
          <p:cNvPr id="12" name="Text Placeholder 10"/>
          <p:cNvSpPr>
            <a:spLocks noGrp="1"/>
          </p:cNvSpPr>
          <p:nvPr>
            <p:ph type="body" sz="quarter" idx="15" hasCustomPrompt="1"/>
          </p:nvPr>
        </p:nvSpPr>
        <p:spPr>
          <a:xfrm>
            <a:off x="342900" y="173620"/>
            <a:ext cx="2708910" cy="169280"/>
          </a:xfrm>
        </p:spPr>
        <p:txBody>
          <a:bodyPr/>
          <a:lstStyle>
            <a:lvl1pPr>
              <a:defRPr sz="675" b="1" cap="all" baseline="0">
                <a:solidFill>
                  <a:schemeClr val="accent3"/>
                </a:solidFill>
                <a:latin typeface="+mj-lt"/>
              </a:defRPr>
            </a:lvl1pPr>
          </a:lstStyle>
          <a:p>
            <a:pPr lvl="0"/>
            <a:r>
              <a:rPr lang="en-US"/>
              <a:t>Click to add section title</a:t>
            </a:r>
          </a:p>
        </p:txBody>
      </p:sp>
      <p:sp>
        <p:nvSpPr>
          <p:cNvPr id="6" name="Text Placeholder 9">
            <a:extLst>
              <a:ext uri="{FF2B5EF4-FFF2-40B4-BE49-F238E27FC236}">
                <a16:creationId xmlns:a16="http://schemas.microsoft.com/office/drawing/2014/main" id="{47BF3F39-D94F-BC48-8482-2214B9D8033C}"/>
              </a:ext>
            </a:extLst>
          </p:cNvPr>
          <p:cNvSpPr>
            <a:spLocks noGrp="1"/>
          </p:cNvSpPr>
          <p:nvPr>
            <p:ph type="body" sz="quarter" idx="16"/>
          </p:nvPr>
        </p:nvSpPr>
        <p:spPr>
          <a:xfrm>
            <a:off x="342900" y="855080"/>
            <a:ext cx="3955312" cy="3774069"/>
          </a:xfrm>
        </p:spPr>
        <p:txBody>
          <a:bodyPr lIns="0" tIns="0" rIns="0" bIns="0"/>
          <a:lstStyle>
            <a:lvl1pPr marL="0" indent="0">
              <a:lnSpc>
                <a:spcPct val="110000"/>
              </a:lnSpc>
              <a:spcAft>
                <a:spcPts val="0"/>
              </a:spcAft>
              <a:buNone/>
              <a:tabLst>
                <a:tab pos="2438400" algn="l"/>
              </a:tabLst>
              <a:defRPr sz="1000" b="0" i="0" baseline="0">
                <a:latin typeface="+mj-lt"/>
              </a:defRPr>
            </a:lvl1pPr>
            <a:lvl2pPr marL="342900" indent="0">
              <a:buNone/>
              <a:defRPr/>
            </a:lvl2pPr>
            <a:lvl3pPr marL="685800" indent="0">
              <a:buNone/>
              <a:defRPr/>
            </a:lvl3pPr>
            <a:lvl4pPr marL="1028700" indent="0">
              <a:buNone/>
              <a:defRPr/>
            </a:lvl4pPr>
            <a:lvl5pPr marL="1371600" indent="0">
              <a:buNone/>
              <a:defRPr/>
            </a:lvl5pPr>
          </a:lstStyle>
          <a:p>
            <a:pPr lvl="0"/>
            <a:r>
              <a:rPr lang="en-US" dirty="0"/>
              <a:t>Edit Master text styles</a:t>
            </a:r>
          </a:p>
        </p:txBody>
      </p:sp>
    </p:spTree>
    <p:extLst>
      <p:ext uri="{BB962C8B-B14F-4D97-AF65-F5344CB8AC3E}">
        <p14:creationId xmlns:p14="http://schemas.microsoft.com/office/powerpoint/2010/main" val="2291217687"/>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_Title + Text">
    <p:spTree>
      <p:nvGrpSpPr>
        <p:cNvPr id="1" name=""/>
        <p:cNvGrpSpPr/>
        <p:nvPr/>
      </p:nvGrpSpPr>
      <p:grpSpPr>
        <a:xfrm>
          <a:off x="0" y="0"/>
          <a:ext cx="0" cy="0"/>
          <a:chOff x="0" y="0"/>
          <a:chExt cx="0" cy="0"/>
        </a:xfrm>
      </p:grpSpPr>
      <p:sp>
        <p:nvSpPr>
          <p:cNvPr id="10" name="Text Placeholder 9"/>
          <p:cNvSpPr>
            <a:spLocks noGrp="1"/>
          </p:cNvSpPr>
          <p:nvPr>
            <p:ph type="body" sz="quarter" idx="10"/>
          </p:nvPr>
        </p:nvSpPr>
        <p:spPr>
          <a:xfrm>
            <a:off x="342900" y="855080"/>
            <a:ext cx="8455914" cy="3774069"/>
          </a:xfrm>
        </p:spPr>
        <p:txBody>
          <a:bodyPr lIns="0" tIns="0" rIns="0" bIns="0"/>
          <a:lstStyle>
            <a:lvl1pPr marL="0" indent="0">
              <a:lnSpc>
                <a:spcPct val="110000"/>
              </a:lnSpc>
              <a:spcAft>
                <a:spcPts val="0"/>
              </a:spcAft>
              <a:buNone/>
              <a:tabLst>
                <a:tab pos="2438400" algn="l"/>
              </a:tabLst>
              <a:defRPr sz="1000" b="0" i="0" baseline="0">
                <a:latin typeface="+mj-lt"/>
              </a:defRPr>
            </a:lvl1pPr>
            <a:lvl2pPr marL="342900" indent="0">
              <a:buNone/>
              <a:defRPr/>
            </a:lvl2pPr>
            <a:lvl3pPr marL="685800" indent="0">
              <a:buNone/>
              <a:defRPr/>
            </a:lvl3pPr>
            <a:lvl4pPr marL="1028700" indent="0">
              <a:buNone/>
              <a:defRPr/>
            </a:lvl4pPr>
            <a:lvl5pPr marL="1371600" indent="0">
              <a:buNone/>
              <a:defRPr/>
            </a:lvl5pPr>
          </a:lstStyle>
          <a:p>
            <a:pPr lvl="0"/>
            <a:r>
              <a:rPr lang="en-US" dirty="0"/>
              <a:t>Edit Master text styles</a:t>
            </a:r>
          </a:p>
        </p:txBody>
      </p:sp>
      <p:sp>
        <p:nvSpPr>
          <p:cNvPr id="11" name="Title 1"/>
          <p:cNvSpPr>
            <a:spLocks noGrp="1"/>
          </p:cNvSpPr>
          <p:nvPr>
            <p:ph type="title"/>
          </p:nvPr>
        </p:nvSpPr>
        <p:spPr>
          <a:xfrm>
            <a:off x="342900" y="342900"/>
            <a:ext cx="8455914" cy="342900"/>
          </a:xfrm>
        </p:spPr>
        <p:txBody>
          <a:bodyPr/>
          <a:lstStyle>
            <a:lvl1pPr>
              <a:defRPr b="1">
                <a:latin typeface="+mn-lt"/>
              </a:defRPr>
            </a:lvl1pPr>
          </a:lstStyle>
          <a:p>
            <a:r>
              <a:rPr lang="en-US"/>
              <a:t>Click to edit Master title style</a:t>
            </a:r>
          </a:p>
        </p:txBody>
      </p:sp>
      <p:sp>
        <p:nvSpPr>
          <p:cNvPr id="12" name="Text Placeholder 10"/>
          <p:cNvSpPr>
            <a:spLocks noGrp="1"/>
          </p:cNvSpPr>
          <p:nvPr>
            <p:ph type="body" sz="quarter" idx="15" hasCustomPrompt="1"/>
          </p:nvPr>
        </p:nvSpPr>
        <p:spPr>
          <a:xfrm>
            <a:off x="342900" y="173620"/>
            <a:ext cx="2708910" cy="169280"/>
          </a:xfrm>
        </p:spPr>
        <p:txBody>
          <a:bodyPr/>
          <a:lstStyle>
            <a:lvl1pPr>
              <a:defRPr sz="675" b="1" cap="all" baseline="0">
                <a:solidFill>
                  <a:schemeClr val="accent3"/>
                </a:solidFill>
                <a:latin typeface="+mn-lt"/>
              </a:defRPr>
            </a:lvl1pPr>
          </a:lstStyle>
          <a:p>
            <a:pPr lvl="0"/>
            <a:r>
              <a:rPr lang="en-US"/>
              <a:t>Click to add section title</a:t>
            </a:r>
          </a:p>
        </p:txBody>
      </p:sp>
    </p:spTree>
    <p:extLst>
      <p:ext uri="{BB962C8B-B14F-4D97-AF65-F5344CB8AC3E}">
        <p14:creationId xmlns:p14="http://schemas.microsoft.com/office/powerpoint/2010/main" val="2858222598"/>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2_Title + Text">
    <p:bg>
      <p:bgPr>
        <a:solidFill>
          <a:schemeClr val="tx1"/>
        </a:solidFill>
        <a:effectLst/>
      </p:bgPr>
    </p:bg>
    <p:spTree>
      <p:nvGrpSpPr>
        <p:cNvPr id="1" name=""/>
        <p:cNvGrpSpPr/>
        <p:nvPr/>
      </p:nvGrpSpPr>
      <p:grpSpPr>
        <a:xfrm>
          <a:off x="0" y="0"/>
          <a:ext cx="0" cy="0"/>
          <a:chOff x="0" y="0"/>
          <a:chExt cx="0" cy="0"/>
        </a:xfrm>
      </p:grpSpPr>
      <p:sp>
        <p:nvSpPr>
          <p:cNvPr id="10" name="Text Placeholder 9"/>
          <p:cNvSpPr>
            <a:spLocks noGrp="1"/>
          </p:cNvSpPr>
          <p:nvPr>
            <p:ph type="body" sz="quarter" idx="10"/>
          </p:nvPr>
        </p:nvSpPr>
        <p:spPr>
          <a:xfrm>
            <a:off x="342900" y="855080"/>
            <a:ext cx="8455914" cy="3774069"/>
          </a:xfrm>
        </p:spPr>
        <p:txBody>
          <a:bodyPr lIns="0" tIns="0" rIns="0" bIns="0"/>
          <a:lstStyle>
            <a:lvl1pPr marL="0" indent="0">
              <a:lnSpc>
                <a:spcPct val="110000"/>
              </a:lnSpc>
              <a:spcAft>
                <a:spcPts val="0"/>
              </a:spcAft>
              <a:buNone/>
              <a:tabLst>
                <a:tab pos="2438400" algn="l"/>
              </a:tabLst>
              <a:defRPr sz="6600" b="0" i="0" baseline="0">
                <a:solidFill>
                  <a:schemeClr val="bg1"/>
                </a:solidFill>
                <a:latin typeface="+mj-lt"/>
              </a:defRPr>
            </a:lvl1pPr>
            <a:lvl2pPr marL="342900" indent="0">
              <a:buNone/>
              <a:defRPr/>
            </a:lvl2pPr>
            <a:lvl3pPr marL="685800" indent="0">
              <a:buNone/>
              <a:defRPr/>
            </a:lvl3pPr>
            <a:lvl4pPr marL="1028700" indent="0">
              <a:buNone/>
              <a:defRPr/>
            </a:lvl4pPr>
            <a:lvl5pPr marL="1371600" indent="0">
              <a:buNone/>
              <a:defRPr/>
            </a:lvl5pPr>
          </a:lstStyle>
          <a:p>
            <a:pPr lvl="0"/>
            <a:r>
              <a:rPr lang="en-US"/>
              <a:t>Edit Master text styles</a:t>
            </a:r>
          </a:p>
        </p:txBody>
      </p:sp>
      <p:sp>
        <p:nvSpPr>
          <p:cNvPr id="11" name="Title 1"/>
          <p:cNvSpPr>
            <a:spLocks noGrp="1"/>
          </p:cNvSpPr>
          <p:nvPr>
            <p:ph type="title"/>
          </p:nvPr>
        </p:nvSpPr>
        <p:spPr>
          <a:xfrm>
            <a:off x="342900" y="342900"/>
            <a:ext cx="8455914" cy="342900"/>
          </a:xfrm>
        </p:spPr>
        <p:txBody>
          <a:bodyPr/>
          <a:lstStyle>
            <a:lvl1pPr>
              <a:defRPr b="1">
                <a:solidFill>
                  <a:schemeClr val="bg1"/>
                </a:solidFill>
                <a:latin typeface="+mn-lt"/>
              </a:defRPr>
            </a:lvl1pPr>
          </a:lstStyle>
          <a:p>
            <a:r>
              <a:rPr lang="en-US"/>
              <a:t>Click to edit Master title style</a:t>
            </a:r>
          </a:p>
        </p:txBody>
      </p:sp>
      <p:sp>
        <p:nvSpPr>
          <p:cNvPr id="12" name="Text Placeholder 10"/>
          <p:cNvSpPr>
            <a:spLocks noGrp="1"/>
          </p:cNvSpPr>
          <p:nvPr>
            <p:ph type="body" sz="quarter" idx="15" hasCustomPrompt="1"/>
          </p:nvPr>
        </p:nvSpPr>
        <p:spPr>
          <a:xfrm>
            <a:off x="342900" y="173620"/>
            <a:ext cx="2708910" cy="169280"/>
          </a:xfrm>
        </p:spPr>
        <p:txBody>
          <a:bodyPr/>
          <a:lstStyle>
            <a:lvl1pPr>
              <a:defRPr sz="675" b="1" cap="all" baseline="0">
                <a:solidFill>
                  <a:schemeClr val="accent3"/>
                </a:solidFill>
                <a:latin typeface="+mn-lt"/>
              </a:defRPr>
            </a:lvl1pPr>
          </a:lstStyle>
          <a:p>
            <a:pPr lvl="0"/>
            <a:r>
              <a:rPr lang="en-US"/>
              <a:t>Click to add section title</a:t>
            </a:r>
          </a:p>
        </p:txBody>
      </p:sp>
      <p:sp>
        <p:nvSpPr>
          <p:cNvPr id="8" name="Slide Number Placeholder 13">
            <a:extLst>
              <a:ext uri="{FF2B5EF4-FFF2-40B4-BE49-F238E27FC236}">
                <a16:creationId xmlns:a16="http://schemas.microsoft.com/office/drawing/2014/main" id="{841CA2A1-3D39-2344-A5FA-9709C1FE6425}"/>
              </a:ext>
            </a:extLst>
          </p:cNvPr>
          <p:cNvSpPr txBox="1">
            <a:spLocks/>
          </p:cNvSpPr>
          <p:nvPr userDrawn="1"/>
        </p:nvSpPr>
        <p:spPr>
          <a:xfrm>
            <a:off x="8522494" y="4800599"/>
            <a:ext cx="276320" cy="171450"/>
          </a:xfrm>
          <a:prstGeom prst="rect">
            <a:avLst/>
          </a:prstGeom>
        </p:spPr>
        <p:txBody>
          <a:bodyPr vert="horz" lIns="0" tIns="0" rIns="0" bIns="0" rtlCol="0" anchor="ctr"/>
          <a:lstStyle>
            <a:defPPr>
              <a:defRPr lang="en-US"/>
            </a:defPPr>
            <a:lvl1pPr marL="0" algn="r" defTabSz="914400" rtl="0" eaLnBrk="1" latinLnBrk="0" hangingPunct="1">
              <a:defRPr sz="800" b="0" i="0" kern="1200">
                <a:solidFill>
                  <a:schemeClr val="tx1"/>
                </a:solidFill>
                <a:latin typeface="+mn-lt"/>
                <a:ea typeface="Calibri" panose="020F0502020204030204" pitchFamily="34" charset="0"/>
                <a:cs typeface="Calibri" panose="020F050202020403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15F3C1C-9817-214B-A493-8D89031D0F96}" type="slidenum">
              <a:rPr lang="en-US" sz="600" b="0" i="0" smtClean="0">
                <a:solidFill>
                  <a:schemeClr val="bg1"/>
                </a:solidFill>
                <a:latin typeface="Human Sans Regular" pitchFamily="2" charset="77"/>
              </a:rPr>
              <a:pPr/>
              <a:t>‹#›</a:t>
            </a:fld>
            <a:endParaRPr lang="en-US" sz="600" b="0" i="0">
              <a:solidFill>
                <a:schemeClr val="bg1"/>
              </a:solidFill>
              <a:latin typeface="Human Sans Regular" pitchFamily="2" charset="77"/>
            </a:endParaRPr>
          </a:p>
        </p:txBody>
      </p:sp>
    </p:spTree>
    <p:extLst>
      <p:ext uri="{BB962C8B-B14F-4D97-AF65-F5344CB8AC3E}">
        <p14:creationId xmlns:p14="http://schemas.microsoft.com/office/powerpoint/2010/main" val="1481691825"/>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42901" y="342900"/>
            <a:ext cx="7020408" cy="342900"/>
          </a:xfrm>
          <a:prstGeom prst="rect">
            <a:avLst/>
          </a:prstGeom>
        </p:spPr>
        <p:txBody>
          <a:bodyPr vert="horz" lIns="0" tIns="0" rIns="0" bIns="0" rtlCol="0" anchor="t">
            <a:noAutofit/>
          </a:bodyPr>
          <a:lstStyle/>
          <a:p>
            <a:r>
              <a:rPr lang="en-US"/>
              <a:t>Click to edit Master title style</a:t>
            </a:r>
          </a:p>
        </p:txBody>
      </p:sp>
      <p:sp>
        <p:nvSpPr>
          <p:cNvPr id="3" name="Text Placeholder 2"/>
          <p:cNvSpPr>
            <a:spLocks noGrp="1"/>
          </p:cNvSpPr>
          <p:nvPr>
            <p:ph type="body" idx="1"/>
          </p:nvPr>
        </p:nvSpPr>
        <p:spPr>
          <a:xfrm>
            <a:off x="342901" y="859971"/>
            <a:ext cx="7022306" cy="3769178"/>
          </a:xfrm>
          <a:prstGeom prst="rect">
            <a:avLst/>
          </a:prstGeom>
        </p:spPr>
        <p:txBody>
          <a:bodyPr vert="horz" lIns="0" tIns="0" rIns="0" bIns="0" rtlCol="0">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13"/>
          <p:cNvSpPr txBox="1">
            <a:spLocks/>
          </p:cNvSpPr>
          <p:nvPr userDrawn="1"/>
        </p:nvSpPr>
        <p:spPr>
          <a:xfrm>
            <a:off x="8522494" y="4800599"/>
            <a:ext cx="276320" cy="171450"/>
          </a:xfrm>
          <a:prstGeom prst="rect">
            <a:avLst/>
          </a:prstGeom>
        </p:spPr>
        <p:txBody>
          <a:bodyPr vert="horz" lIns="0" tIns="0" rIns="0" bIns="0" rtlCol="0" anchor="ctr"/>
          <a:lstStyle>
            <a:defPPr>
              <a:defRPr lang="en-US"/>
            </a:defPPr>
            <a:lvl1pPr marL="0" algn="r" defTabSz="914400" rtl="0" eaLnBrk="1" latinLnBrk="0" hangingPunct="1">
              <a:defRPr sz="800" b="0" i="0" kern="1200">
                <a:solidFill>
                  <a:schemeClr val="tx1"/>
                </a:solidFill>
                <a:latin typeface="+mn-lt"/>
                <a:ea typeface="Calibri" panose="020F0502020204030204" pitchFamily="34" charset="0"/>
                <a:cs typeface="Calibri" panose="020F050202020403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15F3C1C-9817-214B-A493-8D89031D0F96}" type="slidenum">
              <a:rPr lang="en-US" sz="600" b="0" i="0" smtClean="0">
                <a:latin typeface="Calibri" panose="020F0502020204030204" pitchFamily="34" charset="0"/>
                <a:cs typeface="Calibri" panose="020F0502020204030204" pitchFamily="34" charset="0"/>
              </a:rPr>
              <a:pPr/>
              <a:t>‹#›</a:t>
            </a:fld>
            <a:endParaRPr lang="en-US" sz="600" b="0" i="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127938063"/>
      </p:ext>
    </p:extLst>
  </p:cSld>
  <p:clrMap bg1="lt1" tx1="dk1" bg2="lt2" tx2="dk2" accent1="accent1" accent2="accent2" accent3="accent3" accent4="accent4" accent5="accent5" accent6="accent6" hlink="hlink" folHlink="folHlink"/>
  <p:sldLayoutIdLst>
    <p:sldLayoutId id="2147483863" r:id="rId1"/>
    <p:sldLayoutId id="2147483816" r:id="rId2"/>
    <p:sldLayoutId id="2147483822" r:id="rId3"/>
    <p:sldLayoutId id="2147483823" r:id="rId4"/>
    <p:sldLayoutId id="2147483824" r:id="rId5"/>
    <p:sldLayoutId id="2147483825" r:id="rId6"/>
    <p:sldLayoutId id="2147483826" r:id="rId7"/>
    <p:sldLayoutId id="2147483828" r:id="rId8"/>
    <p:sldLayoutId id="2147483829" r:id="rId9"/>
  </p:sldLayoutIdLst>
  <p:hf hdr="0" dt="0"/>
  <p:txStyles>
    <p:titleStyle>
      <a:lvl1pPr algn="l" defTabSz="685800" rtl="0" eaLnBrk="1" latinLnBrk="0" hangingPunct="1">
        <a:lnSpc>
          <a:spcPct val="100000"/>
        </a:lnSpc>
        <a:spcBef>
          <a:spcPct val="0"/>
        </a:spcBef>
        <a:buNone/>
        <a:defRPr sz="1650" b="0" i="0" kern="1200">
          <a:solidFill>
            <a:schemeClr val="tx1"/>
          </a:solidFill>
          <a:latin typeface="+mn-lt"/>
          <a:ea typeface="Calibri" panose="020F0502020204030204" pitchFamily="34" charset="0"/>
          <a:cs typeface="Calibri" panose="020F0502020204030204" pitchFamily="34" charset="0"/>
        </a:defRPr>
      </a:lvl1pPr>
    </p:titleStyle>
    <p:bodyStyle>
      <a:lvl1pPr marL="0" indent="0" algn="l" defTabSz="685800" rtl="0" eaLnBrk="1" latinLnBrk="0" hangingPunct="1">
        <a:lnSpc>
          <a:spcPct val="110000"/>
        </a:lnSpc>
        <a:spcBef>
          <a:spcPts val="450"/>
        </a:spcBef>
        <a:spcAft>
          <a:spcPts val="0"/>
        </a:spcAft>
        <a:buFont typeface="Arial" panose="020B0604020202020204" pitchFamily="34" charset="0"/>
        <a:buNone/>
        <a:defRPr sz="750" b="0" i="0" kern="1200">
          <a:solidFill>
            <a:schemeClr val="tx1"/>
          </a:solidFill>
          <a:latin typeface="+mn-lt"/>
          <a:ea typeface="Calibri" panose="020F0502020204030204" pitchFamily="34" charset="0"/>
          <a:cs typeface="Calibri" panose="020F0502020204030204" pitchFamily="34" charset="0"/>
        </a:defRPr>
      </a:lvl1pPr>
      <a:lvl2pPr marL="514350" indent="-171450" algn="l" defTabSz="685800" rtl="0" eaLnBrk="1" latinLnBrk="0" hangingPunct="1">
        <a:lnSpc>
          <a:spcPct val="110000"/>
        </a:lnSpc>
        <a:spcBef>
          <a:spcPts val="450"/>
        </a:spcBef>
        <a:spcAft>
          <a:spcPts val="0"/>
        </a:spcAft>
        <a:buFont typeface="Arial" panose="020B0604020202020204" pitchFamily="34" charset="0"/>
        <a:buChar char="•"/>
        <a:defRPr sz="750" b="0" i="0" kern="1200">
          <a:solidFill>
            <a:schemeClr val="tx1"/>
          </a:solidFill>
          <a:latin typeface="+mn-lt"/>
          <a:ea typeface="Calibri" panose="020F0502020204030204" pitchFamily="34" charset="0"/>
          <a:cs typeface="Calibri" panose="020F0502020204030204" pitchFamily="34" charset="0"/>
        </a:defRPr>
      </a:lvl2pPr>
      <a:lvl3pPr marL="857250" indent="-171450" algn="l" defTabSz="685800" rtl="0" eaLnBrk="1" latinLnBrk="0" hangingPunct="1">
        <a:lnSpc>
          <a:spcPct val="110000"/>
        </a:lnSpc>
        <a:spcBef>
          <a:spcPts val="450"/>
        </a:spcBef>
        <a:spcAft>
          <a:spcPts val="0"/>
        </a:spcAft>
        <a:buFont typeface="Arial" panose="020B0604020202020204" pitchFamily="34" charset="0"/>
        <a:buChar char="•"/>
        <a:defRPr sz="750" b="0" i="0" kern="1200">
          <a:solidFill>
            <a:schemeClr val="tx1"/>
          </a:solidFill>
          <a:latin typeface="+mn-lt"/>
          <a:ea typeface="Calibri" panose="020F0502020204030204" pitchFamily="34" charset="0"/>
          <a:cs typeface="Calibri" panose="020F0502020204030204" pitchFamily="34" charset="0"/>
        </a:defRPr>
      </a:lvl3pPr>
      <a:lvl4pPr marL="1200150" indent="-171450" algn="l" defTabSz="685800" rtl="0" eaLnBrk="1" latinLnBrk="0" hangingPunct="1">
        <a:lnSpc>
          <a:spcPct val="110000"/>
        </a:lnSpc>
        <a:spcBef>
          <a:spcPts val="450"/>
        </a:spcBef>
        <a:spcAft>
          <a:spcPts val="0"/>
        </a:spcAft>
        <a:buFont typeface="Arial" panose="020B0604020202020204" pitchFamily="34" charset="0"/>
        <a:buChar char="•"/>
        <a:defRPr sz="750" b="0" i="0" kern="1200">
          <a:solidFill>
            <a:schemeClr val="tx1"/>
          </a:solidFill>
          <a:latin typeface="+mn-lt"/>
          <a:ea typeface="Calibri" panose="020F0502020204030204" pitchFamily="34" charset="0"/>
          <a:cs typeface="Calibri" panose="020F0502020204030204" pitchFamily="34" charset="0"/>
        </a:defRPr>
      </a:lvl4pPr>
      <a:lvl5pPr marL="1543050" indent="-171450" algn="l" defTabSz="685800" rtl="0" eaLnBrk="1" latinLnBrk="0" hangingPunct="1">
        <a:lnSpc>
          <a:spcPct val="110000"/>
        </a:lnSpc>
        <a:spcBef>
          <a:spcPts val="450"/>
        </a:spcBef>
        <a:spcAft>
          <a:spcPts val="0"/>
        </a:spcAft>
        <a:buFont typeface="Arial" panose="020B0604020202020204" pitchFamily="34" charset="0"/>
        <a:buChar char="•"/>
        <a:defRPr sz="750" b="0" i="0" kern="1200">
          <a:solidFill>
            <a:schemeClr val="tx1"/>
          </a:solidFill>
          <a:latin typeface="+mn-lt"/>
          <a:ea typeface="Calibri" panose="020F0502020204030204" pitchFamily="34" charset="0"/>
          <a:cs typeface="Calibri" panose="020F050202020403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16" orient="horz" pos="144">
          <p15:clr>
            <a:srgbClr val="F26B43"/>
          </p15:clr>
        </p15:guide>
        <p15:guide id="17" orient="horz" pos="288">
          <p15:clr>
            <a:srgbClr val="F26B43"/>
          </p15:clr>
        </p15:guide>
        <p15:guide id="18" orient="horz" pos="432">
          <p15:clr>
            <a:srgbClr val="F26B43"/>
          </p15:clr>
        </p15:guide>
        <p15:guide id="19" orient="horz" pos="576">
          <p15:clr>
            <a:srgbClr val="F26B43"/>
          </p15:clr>
        </p15:guide>
        <p15:guide id="20" orient="horz" pos="720">
          <p15:clr>
            <a:srgbClr val="F26B43"/>
          </p15:clr>
        </p15:guide>
        <p15:guide id="21" orient="horz" pos="864">
          <p15:clr>
            <a:srgbClr val="F26B43"/>
          </p15:clr>
        </p15:guide>
        <p15:guide id="22" orient="horz" pos="1008">
          <p15:clr>
            <a:srgbClr val="F26B43"/>
          </p15:clr>
        </p15:guide>
        <p15:guide id="23" orient="horz" pos="1152">
          <p15:clr>
            <a:srgbClr val="F26B43"/>
          </p15:clr>
        </p15:guide>
        <p15:guide id="24" orient="horz" pos="1296">
          <p15:clr>
            <a:srgbClr val="F26B43"/>
          </p15:clr>
        </p15:guide>
        <p15:guide id="25" orient="horz" pos="1440">
          <p15:clr>
            <a:srgbClr val="F26B43"/>
          </p15:clr>
        </p15:guide>
        <p15:guide id="26" orient="horz" pos="1584">
          <p15:clr>
            <a:srgbClr val="F26B43"/>
          </p15:clr>
        </p15:guide>
        <p15:guide id="27" orient="horz" pos="1728">
          <p15:clr>
            <a:srgbClr val="F26B43"/>
          </p15:clr>
        </p15:guide>
        <p15:guide id="28" orient="horz" pos="1872">
          <p15:clr>
            <a:srgbClr val="F26B43"/>
          </p15:clr>
        </p15:guide>
        <p15:guide id="29" orient="horz" pos="2016">
          <p15:clr>
            <a:srgbClr val="F26B43"/>
          </p15:clr>
        </p15:guide>
        <p15:guide id="30" orient="horz" pos="2304">
          <p15:clr>
            <a:srgbClr val="F26B43"/>
          </p15:clr>
        </p15:guide>
        <p15:guide id="31" orient="horz" pos="2448">
          <p15:clr>
            <a:srgbClr val="F26B43"/>
          </p15:clr>
        </p15:guide>
        <p15:guide id="32" orient="horz" pos="2592">
          <p15:clr>
            <a:srgbClr val="F26B43"/>
          </p15:clr>
        </p15:guide>
        <p15:guide id="33" orient="horz" pos="2736">
          <p15:clr>
            <a:srgbClr val="F26B43"/>
          </p15:clr>
        </p15:guide>
        <p15:guide id="34" orient="horz" pos="2880">
          <p15:clr>
            <a:srgbClr val="F26B43"/>
          </p15:clr>
        </p15:guide>
        <p15:guide id="35" orient="horz" pos="3024">
          <p15:clr>
            <a:srgbClr val="F26B43"/>
          </p15:clr>
        </p15:guide>
        <p15:guide id="36" orient="horz" pos="3168">
          <p15:clr>
            <a:srgbClr val="F26B43"/>
          </p15:clr>
        </p15:guide>
        <p15:guide id="37" orient="horz" pos="3312">
          <p15:clr>
            <a:srgbClr val="F26B43"/>
          </p15:clr>
        </p15:guide>
        <p15:guide id="38" orient="horz" pos="3456">
          <p15:clr>
            <a:srgbClr val="F26B43"/>
          </p15:clr>
        </p15:guide>
        <p15:guide id="39" orient="horz" pos="3600">
          <p15:clr>
            <a:srgbClr val="F26B43"/>
          </p15:clr>
        </p15:guide>
        <p15:guide id="40" orient="horz" pos="3744">
          <p15:clr>
            <a:srgbClr val="F26B43"/>
          </p15:clr>
        </p15:guide>
        <p15:guide id="41" orient="horz" pos="3888">
          <p15:clr>
            <a:srgbClr val="F26B43"/>
          </p15:clr>
        </p15:guide>
        <p15:guide id="43" orient="horz" pos="4176">
          <p15:clr>
            <a:srgbClr val="F26B43"/>
          </p15:clr>
        </p15:guide>
        <p15:guide id="56" orient="horz">
          <p15:clr>
            <a:srgbClr val="F26B43"/>
          </p15:clr>
        </p15:guide>
        <p15:guide id="57" orient="horz" pos="4320">
          <p15:clr>
            <a:srgbClr val="F26B43"/>
          </p15:clr>
        </p15:guide>
        <p15:guide id="58" orient="horz" pos="4032">
          <p15:clr>
            <a:srgbClr val="F26B43"/>
          </p15:clr>
        </p15:guide>
        <p15:guide id="59" pos="288">
          <p15:clr>
            <a:srgbClr val="F26B43"/>
          </p15:clr>
        </p15:guide>
        <p15:guide id="61" pos="7392">
          <p15:clr>
            <a:srgbClr val="F26B43"/>
          </p15:clr>
        </p15:guide>
        <p15:guide id="62" pos="894">
          <p15:clr>
            <a:srgbClr val="F26B43"/>
          </p15:clr>
        </p15:guide>
        <p15:guide id="63" pos="750">
          <p15:clr>
            <a:srgbClr val="F26B43"/>
          </p15:clr>
        </p15:guide>
        <p15:guide id="64" pos="1354">
          <p15:clr>
            <a:srgbClr val="F26B43"/>
          </p15:clr>
        </p15:guide>
        <p15:guide id="65" pos="1498">
          <p15:clr>
            <a:srgbClr val="F26B43"/>
          </p15:clr>
        </p15:guide>
        <p15:guide id="66" pos="1958">
          <p15:clr>
            <a:srgbClr val="F26B43"/>
          </p15:clr>
        </p15:guide>
        <p15:guide id="67" pos="2104">
          <p15:clr>
            <a:srgbClr val="F26B43"/>
          </p15:clr>
        </p15:guide>
        <p15:guide id="68" pos="2710">
          <p15:clr>
            <a:srgbClr val="F26B43"/>
          </p15:clr>
        </p15:guide>
        <p15:guide id="69" pos="2565">
          <p15:clr>
            <a:srgbClr val="F26B43"/>
          </p15:clr>
        </p15:guide>
        <p15:guide id="70" pos="3310">
          <p15:clr>
            <a:srgbClr val="F26B43"/>
          </p15:clr>
        </p15:guide>
        <p15:guide id="71" pos="3168">
          <p15:clr>
            <a:srgbClr val="F26B43"/>
          </p15:clr>
        </p15:guide>
        <p15:guide id="72" pos="3772">
          <p15:clr>
            <a:srgbClr val="F26B43"/>
          </p15:clr>
        </p15:guide>
        <p15:guide id="73" pos="3919">
          <p15:clr>
            <a:srgbClr val="F26B43"/>
          </p15:clr>
        </p15:guide>
        <p15:guide id="74" pos="4376">
          <p15:clr>
            <a:srgbClr val="F26B43"/>
          </p15:clr>
        </p15:guide>
        <p15:guide id="75" pos="4523">
          <p15:clr>
            <a:srgbClr val="F26B43"/>
          </p15:clr>
        </p15:guide>
        <p15:guide id="76" pos="5128">
          <p15:clr>
            <a:srgbClr val="F26B43"/>
          </p15:clr>
        </p15:guide>
        <p15:guide id="77" pos="4981">
          <p15:clr>
            <a:srgbClr val="F26B43"/>
          </p15:clr>
        </p15:guide>
        <p15:guide id="78" pos="5579">
          <p15:clr>
            <a:srgbClr val="F26B43"/>
          </p15:clr>
        </p15:guide>
        <p15:guide id="79" pos="5726">
          <p15:clr>
            <a:srgbClr val="F26B43"/>
          </p15:clr>
        </p15:guide>
        <p15:guide id="80" pos="6186">
          <p15:clr>
            <a:srgbClr val="F26B43"/>
          </p15:clr>
        </p15:guide>
        <p15:guide id="81" pos="6330">
          <p15:clr>
            <a:srgbClr val="F26B43"/>
          </p15:clr>
        </p15:guide>
        <p15:guide id="82" pos="6793">
          <p15:clr>
            <a:srgbClr val="F26B43"/>
          </p15:clr>
        </p15:guide>
        <p15:guide id="83" pos="6933">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azure.microsoft.com/ru-ru/updates?id=568842" TargetMode="External"/><Relationship Id="rId2" Type="http://schemas.openxmlformats.org/officeDocument/2006/relationships/hyperlink" Target="https://azure.microsoft.com/ru-ru/updates?id=568837" TargetMode="Externa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hyperlink" Target="https://azure.microsoft.com/ru-ru/updates?id=565214" TargetMode="External"/><Relationship Id="rId2" Type="http://schemas.openxmlformats.org/officeDocument/2006/relationships/hyperlink" Target="https://azure.microsoft.com/ru-ru/updates?id=568666" TargetMode="Externa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hyperlink" Target="https://azure.microsoft.com/ru-ru/updates?id=568605" TargetMode="External"/><Relationship Id="rId2" Type="http://schemas.openxmlformats.org/officeDocument/2006/relationships/hyperlink" Target="https://azure.microsoft.com/ru-ru/updates?id=568825" TargetMode="Externa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hyperlink" Target="https://azure.microsoft.com/ru-ru/updates?id=568964" TargetMode="Externa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hyperlink" Target="https://azure.microsoft.com/ru-ru/updates?id=568600" TargetMode="External"/><Relationship Id="rId2" Type="http://schemas.openxmlformats.org/officeDocument/2006/relationships/hyperlink" Target="https://azure.microsoft.com/ru-ru/updates?id=568905" TargetMode="Externa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hyperlink" Target="https://azure.microsoft.com/ru-ru/updates?id=568661" TargetMode="Externa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hyperlink" Target="https://azure.microsoft.com/ru-ru/updates?id=567979" TargetMode="Externa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hyperlink" Target="https://azure.microsoft.com/ru-ru/updates?id=568339" TargetMode="Externa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hyperlink" Target="https://github.com/azureTimes" TargetMode="Externa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solidFill>
          <a:schemeClr val="tx1"/>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2DB9B821-34BB-CD1F-240C-32A91FACE9B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429" y="0"/>
            <a:ext cx="9139141" cy="5143500"/>
          </a:xfrm>
          <a:prstGeom prst="rect">
            <a:avLst/>
          </a:prstGeom>
        </p:spPr>
      </p:pic>
      <p:sp>
        <p:nvSpPr>
          <p:cNvPr id="2" name="Title 1"/>
          <p:cNvSpPr>
            <a:spLocks noGrp="1"/>
          </p:cNvSpPr>
          <p:nvPr>
            <p:ph type="ctrTitle"/>
          </p:nvPr>
        </p:nvSpPr>
        <p:spPr>
          <a:xfrm>
            <a:off x="281666" y="1200151"/>
            <a:ext cx="8458200" cy="2228850"/>
          </a:xfrm>
        </p:spPr>
        <p:txBody>
          <a:bodyPr/>
          <a:lstStyle/>
          <a:p>
            <a:r>
              <a:rPr lang="en-US" sz="5400" dirty="0">
                <a:solidFill>
                  <a:schemeClr val="bg1"/>
                </a:solidFill>
              </a:rPr>
              <a:t>Azure Times #</a:t>
            </a:r>
            <a:r>
              <a:rPr lang="ru-RU" sz="5400" dirty="0">
                <a:solidFill>
                  <a:schemeClr val="bg1"/>
                </a:solidFill>
              </a:rPr>
              <a:t>219</a:t>
            </a:r>
            <a:endParaRPr lang="en-US" sz="5400" dirty="0">
              <a:solidFill>
                <a:schemeClr val="bg1"/>
              </a:solidFill>
            </a:endParaRPr>
          </a:p>
        </p:txBody>
      </p:sp>
      <p:sp>
        <p:nvSpPr>
          <p:cNvPr id="4" name="Text Placeholder 3"/>
          <p:cNvSpPr>
            <a:spLocks noGrp="1"/>
          </p:cNvSpPr>
          <p:nvPr>
            <p:ph type="body" sz="quarter" idx="11"/>
          </p:nvPr>
        </p:nvSpPr>
        <p:spPr/>
        <p:txBody>
          <a:bodyPr/>
          <a:lstStyle/>
          <a:p>
            <a:r>
              <a:rPr lang="en-US" spc="300" dirty="0"/>
              <a:t>August 10, 2026</a:t>
            </a:r>
          </a:p>
        </p:txBody>
      </p:sp>
      <p:sp>
        <p:nvSpPr>
          <p:cNvPr id="3" name="TextBox 2">
            <a:extLst>
              <a:ext uri="{FF2B5EF4-FFF2-40B4-BE49-F238E27FC236}">
                <a16:creationId xmlns:a16="http://schemas.microsoft.com/office/drawing/2014/main" id="{ED924944-231A-274C-AB8B-3C574947B123}"/>
              </a:ext>
            </a:extLst>
          </p:cNvPr>
          <p:cNvSpPr txBox="1"/>
          <p:nvPr/>
        </p:nvSpPr>
        <p:spPr>
          <a:xfrm>
            <a:off x="539318" y="4887158"/>
            <a:ext cx="0" cy="0"/>
          </a:xfrm>
          <a:prstGeom prst="rect">
            <a:avLst/>
          </a:prstGeom>
          <a:noFill/>
        </p:spPr>
        <p:txBody>
          <a:bodyPr wrap="none" lIns="0" tIns="0" rIns="0" bIns="0" rtlCol="0">
            <a:noAutofit/>
          </a:bodyPr>
          <a:lstStyle/>
          <a:p>
            <a:pPr>
              <a:lnSpc>
                <a:spcPct val="110000"/>
              </a:lnSpc>
              <a:spcBef>
                <a:spcPts val="450"/>
              </a:spcBef>
            </a:pPr>
            <a:endParaRPr lang="en-US" sz="900" err="1">
              <a:ea typeface="Human Sans" charset="0"/>
              <a:cs typeface="Human Sans" charset="0"/>
            </a:endParaRPr>
          </a:p>
        </p:txBody>
      </p:sp>
    </p:spTree>
    <p:extLst>
      <p:ext uri="{BB962C8B-B14F-4D97-AF65-F5344CB8AC3E}">
        <p14:creationId xmlns:p14="http://schemas.microsoft.com/office/powerpoint/2010/main" val="4475520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256E32C-301E-742F-F34C-CB987E7FEA7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29" y="0"/>
            <a:ext cx="9139141" cy="5143500"/>
          </a:xfrm>
          <a:prstGeom prst="rect">
            <a:avLst/>
          </a:prstGeom>
        </p:spPr>
      </p:pic>
      <p:sp>
        <p:nvSpPr>
          <p:cNvPr id="4" name="Text Placeholder 3">
            <a:extLst>
              <a:ext uri="{FF2B5EF4-FFF2-40B4-BE49-F238E27FC236}">
                <a16:creationId xmlns:a16="http://schemas.microsoft.com/office/drawing/2014/main" id="{17F39168-7046-60A5-1EEA-8D2B5EAAE24F}"/>
              </a:ext>
            </a:extLst>
          </p:cNvPr>
          <p:cNvSpPr>
            <a:spLocks noGrp="1"/>
          </p:cNvSpPr>
          <p:nvPr>
            <p:ph type="body" sz="quarter" idx="13"/>
          </p:nvPr>
        </p:nvSpPr>
        <p:spPr/>
        <p:txBody>
          <a:bodyPr/>
          <a:lstStyle/>
          <a:p>
            <a:r>
              <a:rPr lang="en-US" sz="4000" dirty="0">
                <a:solidFill>
                  <a:schemeClr val="bg1"/>
                </a:solidFill>
              </a:rPr>
              <a:t>Networking</a:t>
            </a:r>
          </a:p>
        </p:txBody>
      </p:sp>
    </p:spTree>
    <p:extLst>
      <p:ext uri="{BB962C8B-B14F-4D97-AF65-F5344CB8AC3E}">
        <p14:creationId xmlns:p14="http://schemas.microsoft.com/office/powerpoint/2010/main" val="402105451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F5D0A865-EAC9-D4DF-765C-2BBCA9EC1F5C}"/>
              </a:ext>
            </a:extLst>
          </p:cNvPr>
          <p:cNvSpPr>
            <a:spLocks noGrp="1"/>
          </p:cNvSpPr>
          <p:nvPr>
            <p:ph type="body" sz="quarter" idx="10"/>
          </p:nvPr>
        </p:nvSpPr>
        <p:spPr/>
        <p:txBody>
          <a:bodyPr/>
          <a:lstStyle/>
          <a:p>
            <a:pPr algn="just"/>
            <a:r>
              <a:rPr lang="en-US" sz="1000" dirty="0">
                <a:hlinkClick r:id="rId2"/>
              </a:rPr>
              <a:t>Public Preview: Perimeter link feature in network security perimeter</a:t>
            </a:r>
            <a:endParaRPr lang="en-US" sz="1000" dirty="0"/>
          </a:p>
          <a:p>
            <a:pPr algn="just"/>
            <a:r>
              <a:rPr lang="en-US" sz="1000" dirty="0"/>
              <a:t>Perimeter link (cross-perimeter connectivity) is a network security perimeter capability that allows trusted resources in two different network security perimeters to securely communicate with each other using Managed Identity (MSI), without requiring additional network security perimeter access rules or network configuration changes. It preserves Zero Trust boundaries while enabling controlled service-to-service access across perimeters </a:t>
            </a:r>
          </a:p>
        </p:txBody>
      </p:sp>
      <p:sp>
        <p:nvSpPr>
          <p:cNvPr id="11" name="Title 10">
            <a:extLst>
              <a:ext uri="{FF2B5EF4-FFF2-40B4-BE49-F238E27FC236}">
                <a16:creationId xmlns:a16="http://schemas.microsoft.com/office/drawing/2014/main" id="{0A19052D-1C06-3BF6-CD73-31098A5519FB}"/>
              </a:ext>
            </a:extLst>
          </p:cNvPr>
          <p:cNvSpPr>
            <a:spLocks noGrp="1"/>
          </p:cNvSpPr>
          <p:nvPr>
            <p:ph type="title"/>
          </p:nvPr>
        </p:nvSpPr>
        <p:spPr/>
        <p:txBody>
          <a:bodyPr/>
          <a:lstStyle/>
          <a:p>
            <a:r>
              <a:rPr lang="en-US" sz="1800" dirty="0"/>
              <a:t>Networking Updates (Preview)</a:t>
            </a:r>
            <a:endParaRPr lang="en-US" dirty="0"/>
          </a:p>
        </p:txBody>
      </p:sp>
      <p:sp>
        <p:nvSpPr>
          <p:cNvPr id="13" name="Text Placeholder 12">
            <a:extLst>
              <a:ext uri="{FF2B5EF4-FFF2-40B4-BE49-F238E27FC236}">
                <a16:creationId xmlns:a16="http://schemas.microsoft.com/office/drawing/2014/main" id="{AB83368C-23D2-63DD-1F2B-65AB8A48B236}"/>
              </a:ext>
            </a:extLst>
          </p:cNvPr>
          <p:cNvSpPr>
            <a:spLocks noGrp="1"/>
          </p:cNvSpPr>
          <p:nvPr>
            <p:ph type="body" sz="quarter" idx="15"/>
          </p:nvPr>
        </p:nvSpPr>
        <p:spPr/>
        <p:txBody>
          <a:bodyPr/>
          <a:lstStyle/>
          <a:p>
            <a:endParaRPr lang="en-US"/>
          </a:p>
        </p:txBody>
      </p:sp>
      <p:sp>
        <p:nvSpPr>
          <p:cNvPr id="14" name="Text Placeholder 13">
            <a:extLst>
              <a:ext uri="{FF2B5EF4-FFF2-40B4-BE49-F238E27FC236}">
                <a16:creationId xmlns:a16="http://schemas.microsoft.com/office/drawing/2014/main" id="{1DF1A36F-4250-259D-24AE-F82FE69A7F7E}"/>
              </a:ext>
            </a:extLst>
          </p:cNvPr>
          <p:cNvSpPr>
            <a:spLocks noGrp="1"/>
          </p:cNvSpPr>
          <p:nvPr>
            <p:ph type="body" sz="quarter" idx="16"/>
          </p:nvPr>
        </p:nvSpPr>
        <p:spPr/>
        <p:txBody>
          <a:bodyPr/>
          <a:lstStyle/>
          <a:p>
            <a:pPr algn="just"/>
            <a:r>
              <a:rPr lang="en-US" dirty="0">
                <a:hlinkClick r:id="rId3"/>
              </a:rPr>
              <a:t>Public Preview: Azure Private Link support over IPv6</a:t>
            </a:r>
            <a:endParaRPr lang="en-US" dirty="0"/>
          </a:p>
          <a:p>
            <a:pPr algn="just"/>
            <a:r>
              <a:rPr lang="en-US" dirty="0"/>
              <a:t>Azure Private Link over IPv6 enables you to privately access Azure PaaS services, such as Azure Storage and Azure SQL Database, over IPv6-based connectivity. You can now use IPv6 private endpoints to connect from IPv6 clients in an Azure virtual network or from on-premises networks over ExpressRoute. </a:t>
            </a:r>
          </a:p>
        </p:txBody>
      </p:sp>
    </p:spTree>
    <p:extLst>
      <p:ext uri="{BB962C8B-B14F-4D97-AF65-F5344CB8AC3E}">
        <p14:creationId xmlns:p14="http://schemas.microsoft.com/office/powerpoint/2010/main" val="365858012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EEEE44-A3A9-5916-28C3-73C176E34A58}"/>
            </a:ext>
          </a:extLst>
        </p:cNvPr>
        <p:cNvGrpSpPr/>
        <p:nvPr/>
      </p:nvGrpSpPr>
      <p:grpSpPr>
        <a:xfrm>
          <a:off x="0" y="0"/>
          <a:ext cx="0" cy="0"/>
          <a:chOff x="0" y="0"/>
          <a:chExt cx="0" cy="0"/>
        </a:xfrm>
      </p:grpSpPr>
      <p:sp>
        <p:nvSpPr>
          <p:cNvPr id="12" name="Text Placeholder 11">
            <a:extLst>
              <a:ext uri="{FF2B5EF4-FFF2-40B4-BE49-F238E27FC236}">
                <a16:creationId xmlns:a16="http://schemas.microsoft.com/office/drawing/2014/main" id="{08381F3B-4FD0-B81E-E9ED-5F1037B0948F}"/>
              </a:ext>
            </a:extLst>
          </p:cNvPr>
          <p:cNvSpPr>
            <a:spLocks noGrp="1"/>
          </p:cNvSpPr>
          <p:nvPr>
            <p:ph type="body" sz="quarter" idx="10"/>
          </p:nvPr>
        </p:nvSpPr>
        <p:spPr/>
        <p:txBody>
          <a:bodyPr/>
          <a:lstStyle/>
          <a:p>
            <a:pPr algn="just"/>
            <a:r>
              <a:rPr lang="en-US" sz="1000" dirty="0">
                <a:hlinkClick r:id="rId2"/>
              </a:rPr>
              <a:t>Public Preview: Azure ExpressRoute resiliency guard</a:t>
            </a:r>
            <a:endParaRPr lang="en-US" sz="1000" dirty="0"/>
          </a:p>
          <a:p>
            <a:pPr algn="just"/>
            <a:r>
              <a:rPr lang="en-US" sz="1000" dirty="0"/>
              <a:t>Azure ExpressRoute resiliency guard is now available in public preview for ExpressRoute virtual network gateways. The new resiliency model property lets you specify whether a gateway is intended for a single-homed or multi-homed configuration, helping align your deployment with the resiliency requirements of your workloads.</a:t>
            </a:r>
          </a:p>
          <a:p>
            <a:pPr algn="just"/>
            <a:r>
              <a:rPr lang="en-US" sz="1000" dirty="0"/>
              <a:t>For multi-homed gateways, resiliency guard guides you to connect either two ExpressRoute circuits in different peering locations or an ExpressRoute Metro circuit. Portal guidance and configuration safeguards help identify incomplete setups and reduce the risk of changes that could weaken gateway resiliency. Single-homed configurations remain available for workloads that do not require multi-site resiliency. </a:t>
            </a:r>
          </a:p>
        </p:txBody>
      </p:sp>
      <p:sp>
        <p:nvSpPr>
          <p:cNvPr id="11" name="Title 10">
            <a:extLst>
              <a:ext uri="{FF2B5EF4-FFF2-40B4-BE49-F238E27FC236}">
                <a16:creationId xmlns:a16="http://schemas.microsoft.com/office/drawing/2014/main" id="{C735E067-643C-4669-293E-B1878549EE12}"/>
              </a:ext>
            </a:extLst>
          </p:cNvPr>
          <p:cNvSpPr>
            <a:spLocks noGrp="1"/>
          </p:cNvSpPr>
          <p:nvPr>
            <p:ph type="title"/>
          </p:nvPr>
        </p:nvSpPr>
        <p:spPr/>
        <p:txBody>
          <a:bodyPr/>
          <a:lstStyle/>
          <a:p>
            <a:r>
              <a:rPr lang="en-US" sz="1800" dirty="0"/>
              <a:t>Networking Updates (Preview)</a:t>
            </a:r>
            <a:endParaRPr lang="en-US" dirty="0"/>
          </a:p>
        </p:txBody>
      </p:sp>
      <p:sp>
        <p:nvSpPr>
          <p:cNvPr id="13" name="Text Placeholder 12">
            <a:extLst>
              <a:ext uri="{FF2B5EF4-FFF2-40B4-BE49-F238E27FC236}">
                <a16:creationId xmlns:a16="http://schemas.microsoft.com/office/drawing/2014/main" id="{FDBC16BD-C9C7-ACBB-576D-EBDB3A535BE1}"/>
              </a:ext>
            </a:extLst>
          </p:cNvPr>
          <p:cNvSpPr>
            <a:spLocks noGrp="1"/>
          </p:cNvSpPr>
          <p:nvPr>
            <p:ph type="body" sz="quarter" idx="15"/>
          </p:nvPr>
        </p:nvSpPr>
        <p:spPr/>
        <p:txBody>
          <a:bodyPr/>
          <a:lstStyle/>
          <a:p>
            <a:endParaRPr lang="en-US"/>
          </a:p>
        </p:txBody>
      </p:sp>
      <p:sp>
        <p:nvSpPr>
          <p:cNvPr id="14" name="Text Placeholder 13">
            <a:extLst>
              <a:ext uri="{FF2B5EF4-FFF2-40B4-BE49-F238E27FC236}">
                <a16:creationId xmlns:a16="http://schemas.microsoft.com/office/drawing/2014/main" id="{06D884AE-3074-77B9-2821-DC774A2B2C02}"/>
              </a:ext>
            </a:extLst>
          </p:cNvPr>
          <p:cNvSpPr>
            <a:spLocks noGrp="1"/>
          </p:cNvSpPr>
          <p:nvPr>
            <p:ph type="body" sz="quarter" idx="16"/>
          </p:nvPr>
        </p:nvSpPr>
        <p:spPr/>
        <p:txBody>
          <a:bodyPr/>
          <a:lstStyle/>
          <a:p>
            <a:pPr algn="just"/>
            <a:r>
              <a:rPr lang="en-US" dirty="0">
                <a:hlinkClick r:id="rId3"/>
              </a:rPr>
              <a:t>Public Preview: Azure DNS enables DNS-based load balancing through Traffic Manager integration</a:t>
            </a:r>
            <a:endParaRPr lang="en-US" dirty="0"/>
          </a:p>
          <a:p>
            <a:pPr algn="just"/>
            <a:r>
              <a:rPr lang="en-US" dirty="0"/>
              <a:t>Azure DNS now offers a seamless way to integrate with Azure Traffic Manager for DNS-based traffic routing. Customers can now directly associate Azure DNS record set with Traffic Manager profiles without creating CNAME record for trafficmanager.net domain. This improves lookup latency by eliminating a CNAME hop and enables DNSSEC compatibility for load balanced records by removing unsigned trafficmanager.net domain from CNAME lookup chain.</a:t>
            </a:r>
          </a:p>
        </p:txBody>
      </p:sp>
    </p:spTree>
    <p:extLst>
      <p:ext uri="{BB962C8B-B14F-4D97-AF65-F5344CB8AC3E}">
        <p14:creationId xmlns:p14="http://schemas.microsoft.com/office/powerpoint/2010/main" val="289062345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7DD891-4CE7-3684-E998-D623020E5F58}"/>
            </a:ext>
          </a:extLst>
        </p:cNvPr>
        <p:cNvGrpSpPr/>
        <p:nvPr/>
      </p:nvGrpSpPr>
      <p:grpSpPr>
        <a:xfrm>
          <a:off x="0" y="0"/>
          <a:ext cx="0" cy="0"/>
          <a:chOff x="0" y="0"/>
          <a:chExt cx="0" cy="0"/>
        </a:xfrm>
      </p:grpSpPr>
      <p:sp>
        <p:nvSpPr>
          <p:cNvPr id="12" name="Text Placeholder 11">
            <a:extLst>
              <a:ext uri="{FF2B5EF4-FFF2-40B4-BE49-F238E27FC236}">
                <a16:creationId xmlns:a16="http://schemas.microsoft.com/office/drawing/2014/main" id="{F4226539-98A3-C40F-4648-61D3893ECB98}"/>
              </a:ext>
            </a:extLst>
          </p:cNvPr>
          <p:cNvSpPr>
            <a:spLocks noGrp="1"/>
          </p:cNvSpPr>
          <p:nvPr>
            <p:ph type="body" sz="quarter" idx="10"/>
          </p:nvPr>
        </p:nvSpPr>
        <p:spPr/>
        <p:txBody>
          <a:bodyPr/>
          <a:lstStyle/>
          <a:p>
            <a:pPr algn="just"/>
            <a:r>
              <a:rPr lang="en-US" sz="1000" dirty="0">
                <a:hlinkClick r:id="rId2"/>
              </a:rPr>
              <a:t>Generally Available: Explicit proxy in Azure Firewall</a:t>
            </a:r>
            <a:endParaRPr lang="en-US" sz="1000" dirty="0"/>
          </a:p>
          <a:p>
            <a:pPr algn="just"/>
            <a:r>
              <a:rPr lang="en-US" sz="1000" dirty="0"/>
              <a:t>Azure Firewall explicit proxy is now generally available. Explicit proxy enables customers to configure applications and browsers to send HTTP and HTTPS traffic directly to Azure Firewall using proxy settings, providing an alternative to route-based traffic steering and enabling more granular control over outbound web traffic. </a:t>
            </a:r>
          </a:p>
          <a:p>
            <a:pPr algn="just"/>
            <a:r>
              <a:rPr lang="en-US" sz="1000" dirty="0"/>
              <a:t>The GA release builds on extensive customer validation during public preview, where explicit proxy was enabled across 300+ Azure subscriptions and adopted by approximately 40 S500 customers. Customer feedback gathered during preview directly influenced several key enhancements delivered as part of GA, including support for serving both HTTP and HTTPS destinations through a single proxy endpoint, Managed Identity-based PAC file retrieval, and an improved portal configuration experience. </a:t>
            </a:r>
          </a:p>
          <a:p>
            <a:pPr algn="just"/>
            <a:r>
              <a:rPr lang="en-US" sz="1000" dirty="0"/>
              <a:t>A key customer use case for explicit proxy is Azure Arc onboarding in hybrid environments. Organizations can use Azure Firewall as a forward proxy for Arc-enabled servers, enabling secure connectivity to required Microsoft services while maintaining centralized outbound access controls. Combined with support for forward proxy migration scenarios and application-level traffic steering, Explicit Proxy helps customers simplify network operations while leveraging Azure Firewall's existing security capabilities. </a:t>
            </a:r>
          </a:p>
        </p:txBody>
      </p:sp>
      <p:sp>
        <p:nvSpPr>
          <p:cNvPr id="11" name="Title 10">
            <a:extLst>
              <a:ext uri="{FF2B5EF4-FFF2-40B4-BE49-F238E27FC236}">
                <a16:creationId xmlns:a16="http://schemas.microsoft.com/office/drawing/2014/main" id="{498EDA87-FEEC-7025-3A81-E2B223F8F83C}"/>
              </a:ext>
            </a:extLst>
          </p:cNvPr>
          <p:cNvSpPr>
            <a:spLocks noGrp="1"/>
          </p:cNvSpPr>
          <p:nvPr>
            <p:ph type="title"/>
          </p:nvPr>
        </p:nvSpPr>
        <p:spPr/>
        <p:txBody>
          <a:bodyPr/>
          <a:lstStyle/>
          <a:p>
            <a:r>
              <a:rPr lang="en-US" sz="1800" dirty="0"/>
              <a:t>Networking Updates (General Available)</a:t>
            </a:r>
            <a:endParaRPr lang="en-US" dirty="0"/>
          </a:p>
        </p:txBody>
      </p:sp>
      <p:sp>
        <p:nvSpPr>
          <p:cNvPr id="13" name="Text Placeholder 12">
            <a:extLst>
              <a:ext uri="{FF2B5EF4-FFF2-40B4-BE49-F238E27FC236}">
                <a16:creationId xmlns:a16="http://schemas.microsoft.com/office/drawing/2014/main" id="{FD842EA0-D1D6-E5CA-35A9-265810B8410B}"/>
              </a:ext>
            </a:extLst>
          </p:cNvPr>
          <p:cNvSpPr>
            <a:spLocks noGrp="1"/>
          </p:cNvSpPr>
          <p:nvPr>
            <p:ph type="body" sz="quarter" idx="15"/>
          </p:nvPr>
        </p:nvSpPr>
        <p:spPr/>
        <p:txBody>
          <a:bodyPr/>
          <a:lstStyle/>
          <a:p>
            <a:endParaRPr lang="en-US"/>
          </a:p>
        </p:txBody>
      </p:sp>
      <p:sp>
        <p:nvSpPr>
          <p:cNvPr id="14" name="Text Placeholder 13">
            <a:extLst>
              <a:ext uri="{FF2B5EF4-FFF2-40B4-BE49-F238E27FC236}">
                <a16:creationId xmlns:a16="http://schemas.microsoft.com/office/drawing/2014/main" id="{4B72E1AC-FDA0-FB61-4BF0-E75C2B8A1664}"/>
              </a:ext>
            </a:extLst>
          </p:cNvPr>
          <p:cNvSpPr>
            <a:spLocks noGrp="1"/>
          </p:cNvSpPr>
          <p:nvPr>
            <p:ph type="body" sz="quarter" idx="16"/>
          </p:nvPr>
        </p:nvSpPr>
        <p:spPr/>
        <p:txBody>
          <a:bodyPr/>
          <a:lstStyle/>
          <a:p>
            <a:pPr algn="just"/>
            <a:r>
              <a:rPr lang="en-US" dirty="0">
                <a:hlinkClick r:id="rId3"/>
              </a:rPr>
              <a:t>Generally Available: Azure Virtual Network routing appliance</a:t>
            </a:r>
            <a:endParaRPr lang="en-US" dirty="0"/>
          </a:p>
          <a:p>
            <a:pPr algn="just"/>
            <a:r>
              <a:rPr lang="en-US" dirty="0"/>
              <a:t>Azure Virtual Network routing appliance is now generally available. It delivers private connectivity across virtual networks, using specialized hardware for low latency, high throughput, and better performance than virtual machines. </a:t>
            </a:r>
            <a:br>
              <a:rPr lang="en-US" dirty="0"/>
            </a:br>
            <a:r>
              <a:rPr lang="en-US" dirty="0"/>
              <a:t>Key benefits and functionalities: </a:t>
            </a:r>
          </a:p>
          <a:p>
            <a:pPr marL="171450" lvl="0" indent="-171450" algn="just">
              <a:buFont typeface="Arial" panose="020B0604020202020204" pitchFamily="34" charset="0"/>
              <a:buChar char="•"/>
            </a:pPr>
            <a:r>
              <a:rPr lang="en-US" dirty="0"/>
              <a:t>High-bandwidth east-west routing: provisioned bandwidth tiers up to 200 Gbps per instance.  </a:t>
            </a:r>
          </a:p>
          <a:p>
            <a:pPr marL="171450" lvl="0" indent="-171450" algn="just">
              <a:buFont typeface="Arial" panose="020B0604020202020204" pitchFamily="34" charset="0"/>
              <a:buChar char="•"/>
            </a:pPr>
            <a:r>
              <a:rPr lang="en-US" dirty="0"/>
              <a:t>Dual-stack and IPv6 at scale: IPv4, IPv6, and dual-stack virtual networks, including IPv6 access control list enforcement.  </a:t>
            </a:r>
          </a:p>
          <a:p>
            <a:pPr marL="171450" lvl="0" indent="-171450" algn="just">
              <a:buFont typeface="Arial" panose="020B0604020202020204" pitchFamily="34" charset="0"/>
              <a:buChar char="•"/>
            </a:pPr>
            <a:r>
              <a:rPr lang="en-US" dirty="0"/>
              <a:t>Scale-out private access: global and cross-region private endpoint support through a single appliance.  </a:t>
            </a:r>
          </a:p>
          <a:p>
            <a:pPr marL="171450" lvl="0" indent="-171450" algn="just">
              <a:buFont typeface="Arial" panose="020B0604020202020204" pitchFamily="34" charset="0"/>
              <a:buChar char="•"/>
            </a:pPr>
            <a:r>
              <a:rPr lang="en-US" dirty="0"/>
              <a:t>No operational overhead: fully managed with built-in high availability and availability zone resiliency.  </a:t>
            </a:r>
          </a:p>
          <a:p>
            <a:pPr marL="171450" lvl="0" indent="-171450" algn="just">
              <a:buFont typeface="Arial" panose="020B0604020202020204" pitchFamily="34" charset="0"/>
              <a:buChar char="•"/>
            </a:pPr>
            <a:r>
              <a:rPr lang="en-US" dirty="0"/>
              <a:t>Built-in monitoring: throughput, packet, and flow metrics available in Azure Monitor with no diagnostic configuration required. </a:t>
            </a:r>
          </a:p>
          <a:p>
            <a:pPr algn="just"/>
            <a:endParaRPr lang="en-US" dirty="0"/>
          </a:p>
        </p:txBody>
      </p:sp>
    </p:spTree>
    <p:extLst>
      <p:ext uri="{BB962C8B-B14F-4D97-AF65-F5344CB8AC3E}">
        <p14:creationId xmlns:p14="http://schemas.microsoft.com/office/powerpoint/2010/main" val="911338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2E070E0-1172-0461-DF36-41256FE66DE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39141" cy="5143500"/>
          </a:xfrm>
          <a:prstGeom prst="rect">
            <a:avLst/>
          </a:prstGeom>
        </p:spPr>
      </p:pic>
      <p:sp>
        <p:nvSpPr>
          <p:cNvPr id="4" name="Text Placeholder 3">
            <a:extLst>
              <a:ext uri="{FF2B5EF4-FFF2-40B4-BE49-F238E27FC236}">
                <a16:creationId xmlns:a16="http://schemas.microsoft.com/office/drawing/2014/main" id="{17F39168-7046-60A5-1EEA-8D2B5EAAE24F}"/>
              </a:ext>
            </a:extLst>
          </p:cNvPr>
          <p:cNvSpPr>
            <a:spLocks noGrp="1"/>
          </p:cNvSpPr>
          <p:nvPr>
            <p:ph type="body" sz="quarter" idx="13"/>
          </p:nvPr>
        </p:nvSpPr>
        <p:spPr/>
        <p:txBody>
          <a:bodyPr/>
          <a:lstStyle/>
          <a:p>
            <a:r>
              <a:rPr lang="en-US" sz="4000" dirty="0">
                <a:solidFill>
                  <a:schemeClr val="bg1"/>
                </a:solidFill>
              </a:rPr>
              <a:t>Compute</a:t>
            </a:r>
          </a:p>
        </p:txBody>
      </p:sp>
    </p:spTree>
    <p:extLst>
      <p:ext uri="{BB962C8B-B14F-4D97-AF65-F5344CB8AC3E}">
        <p14:creationId xmlns:p14="http://schemas.microsoft.com/office/powerpoint/2010/main" val="2747428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F5D0A865-EAC9-D4DF-765C-2BBCA9EC1F5C}"/>
              </a:ext>
            </a:extLst>
          </p:cNvPr>
          <p:cNvSpPr>
            <a:spLocks noGrp="1"/>
          </p:cNvSpPr>
          <p:nvPr>
            <p:ph type="body" sz="quarter" idx="10"/>
          </p:nvPr>
        </p:nvSpPr>
        <p:spPr/>
        <p:txBody>
          <a:bodyPr/>
          <a:lstStyle/>
          <a:p>
            <a:endParaRPr lang="en-US" sz="1000" dirty="0"/>
          </a:p>
        </p:txBody>
      </p:sp>
      <p:sp>
        <p:nvSpPr>
          <p:cNvPr id="11" name="Title 10">
            <a:extLst>
              <a:ext uri="{FF2B5EF4-FFF2-40B4-BE49-F238E27FC236}">
                <a16:creationId xmlns:a16="http://schemas.microsoft.com/office/drawing/2014/main" id="{0A19052D-1C06-3BF6-CD73-31098A5519FB}"/>
              </a:ext>
            </a:extLst>
          </p:cNvPr>
          <p:cNvSpPr>
            <a:spLocks noGrp="1"/>
          </p:cNvSpPr>
          <p:nvPr>
            <p:ph type="title"/>
          </p:nvPr>
        </p:nvSpPr>
        <p:spPr/>
        <p:txBody>
          <a:bodyPr/>
          <a:lstStyle/>
          <a:p>
            <a:r>
              <a:rPr lang="en-US" sz="1800" dirty="0"/>
              <a:t>Compute Updates (Preview)</a:t>
            </a:r>
            <a:endParaRPr lang="en-US" dirty="0"/>
          </a:p>
        </p:txBody>
      </p:sp>
      <p:sp>
        <p:nvSpPr>
          <p:cNvPr id="13" name="Text Placeholder 12">
            <a:extLst>
              <a:ext uri="{FF2B5EF4-FFF2-40B4-BE49-F238E27FC236}">
                <a16:creationId xmlns:a16="http://schemas.microsoft.com/office/drawing/2014/main" id="{AB83368C-23D2-63DD-1F2B-65AB8A48B236}"/>
              </a:ext>
            </a:extLst>
          </p:cNvPr>
          <p:cNvSpPr>
            <a:spLocks noGrp="1"/>
          </p:cNvSpPr>
          <p:nvPr>
            <p:ph type="body" sz="quarter" idx="15"/>
          </p:nvPr>
        </p:nvSpPr>
        <p:spPr/>
        <p:txBody>
          <a:bodyPr/>
          <a:lstStyle/>
          <a:p>
            <a:endParaRPr lang="en-US" dirty="0"/>
          </a:p>
        </p:txBody>
      </p:sp>
      <p:sp>
        <p:nvSpPr>
          <p:cNvPr id="14" name="Text Placeholder 13">
            <a:extLst>
              <a:ext uri="{FF2B5EF4-FFF2-40B4-BE49-F238E27FC236}">
                <a16:creationId xmlns:a16="http://schemas.microsoft.com/office/drawing/2014/main" id="{1DF1A36F-4250-259D-24AE-F82FE69A7F7E}"/>
              </a:ext>
            </a:extLst>
          </p:cNvPr>
          <p:cNvSpPr>
            <a:spLocks noGrp="1"/>
          </p:cNvSpPr>
          <p:nvPr>
            <p:ph type="body" sz="quarter" idx="16"/>
          </p:nvPr>
        </p:nvSpPr>
        <p:spPr/>
        <p:txBody>
          <a:bodyPr/>
          <a:lstStyle/>
          <a:p>
            <a:pPr algn="just"/>
            <a:r>
              <a:rPr lang="en-US" dirty="0">
                <a:hlinkClick r:id="rId2"/>
              </a:rPr>
              <a:t>Announcing: Azure Databricks Genie One and Genie Agents Free Usage Extended Through January 31, 2027</a:t>
            </a:r>
            <a:endParaRPr lang="en-US" dirty="0"/>
          </a:p>
          <a:p>
            <a:pPr algn="just"/>
            <a:r>
              <a:rPr lang="en-US" dirty="0"/>
              <a:t>Free usage of Genie One and Genie Agents in Azure Databricks is now extended through January 31, 2027, from the previous end date of July 31, 2026. Budget controls do not apply to these products during the promotional period. The promotion covers usage by users only - service principals are excluded, and their Genie One and Genie Agents usage continues to be billed. Genie Code is not included in this promotion: each Genie Code user continues to receive 150 free Databricks units (DBUs) per month, and usage above that allowance receives a 25% promotional discount through January 31, 2027, combined with applicable discounts on the Serverless Real-Time Inference SKU. </a:t>
            </a:r>
          </a:p>
        </p:txBody>
      </p:sp>
    </p:spTree>
    <p:extLst>
      <p:ext uri="{BB962C8B-B14F-4D97-AF65-F5344CB8AC3E}">
        <p14:creationId xmlns:p14="http://schemas.microsoft.com/office/powerpoint/2010/main" val="6741351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F098EE-BBE3-B9BF-C218-E4DEA9A76D9C}"/>
            </a:ext>
          </a:extLst>
        </p:cNvPr>
        <p:cNvGrpSpPr/>
        <p:nvPr/>
      </p:nvGrpSpPr>
      <p:grpSpPr>
        <a:xfrm>
          <a:off x="0" y="0"/>
          <a:ext cx="0" cy="0"/>
          <a:chOff x="0" y="0"/>
          <a:chExt cx="0" cy="0"/>
        </a:xfrm>
      </p:grpSpPr>
      <p:sp>
        <p:nvSpPr>
          <p:cNvPr id="12" name="Text Placeholder 11">
            <a:extLst>
              <a:ext uri="{FF2B5EF4-FFF2-40B4-BE49-F238E27FC236}">
                <a16:creationId xmlns:a16="http://schemas.microsoft.com/office/drawing/2014/main" id="{D082964C-E8A1-73CC-B206-1A488254620C}"/>
              </a:ext>
            </a:extLst>
          </p:cNvPr>
          <p:cNvSpPr>
            <a:spLocks noGrp="1"/>
          </p:cNvSpPr>
          <p:nvPr>
            <p:ph type="body" sz="quarter" idx="10"/>
          </p:nvPr>
        </p:nvSpPr>
        <p:spPr/>
        <p:txBody>
          <a:bodyPr/>
          <a:lstStyle/>
          <a:p>
            <a:pPr algn="just"/>
            <a:r>
              <a:rPr lang="en-US" sz="1000" dirty="0">
                <a:hlinkClick r:id="rId2"/>
              </a:rPr>
              <a:t>Generally Available: SharePoint Connector for Azure Databricks</a:t>
            </a:r>
            <a:endParaRPr lang="en-US" sz="1000" dirty="0"/>
          </a:p>
          <a:p>
            <a:pPr algn="just"/>
            <a:r>
              <a:rPr lang="en-US" sz="1000" dirty="0"/>
              <a:t>The SharePoint connector for Azure Databricks is now generally available. Organizations can use </a:t>
            </a:r>
            <a:r>
              <a:rPr lang="en-US" sz="1000" dirty="0" err="1"/>
              <a:t>Lakeflow</a:t>
            </a:r>
            <a:r>
              <a:rPr lang="en-US" sz="1000" dirty="0"/>
              <a:t> Connect to ingest files from SharePoint into Azure Databricks, helping unify enterprise content with data and AI workflows on Azure. The connector supports incremental ingestion, Unity Catalog governance, and multiple authentication methods for enterprise-scale deployments. </a:t>
            </a:r>
          </a:p>
        </p:txBody>
      </p:sp>
      <p:sp>
        <p:nvSpPr>
          <p:cNvPr id="11" name="Title 10">
            <a:extLst>
              <a:ext uri="{FF2B5EF4-FFF2-40B4-BE49-F238E27FC236}">
                <a16:creationId xmlns:a16="http://schemas.microsoft.com/office/drawing/2014/main" id="{DDE59A08-9A25-40C0-DC79-D2FB88CF728E}"/>
              </a:ext>
            </a:extLst>
          </p:cNvPr>
          <p:cNvSpPr>
            <a:spLocks noGrp="1"/>
          </p:cNvSpPr>
          <p:nvPr>
            <p:ph type="title"/>
          </p:nvPr>
        </p:nvSpPr>
        <p:spPr/>
        <p:txBody>
          <a:bodyPr/>
          <a:lstStyle/>
          <a:p>
            <a:r>
              <a:rPr lang="en-US" sz="1800" dirty="0"/>
              <a:t>Compute Updates (General Available)</a:t>
            </a:r>
            <a:endParaRPr lang="en-US" dirty="0"/>
          </a:p>
        </p:txBody>
      </p:sp>
      <p:sp>
        <p:nvSpPr>
          <p:cNvPr id="13" name="Text Placeholder 12">
            <a:extLst>
              <a:ext uri="{FF2B5EF4-FFF2-40B4-BE49-F238E27FC236}">
                <a16:creationId xmlns:a16="http://schemas.microsoft.com/office/drawing/2014/main" id="{4D7D0670-36E5-9279-0AB3-70FC83D5A9FE}"/>
              </a:ext>
            </a:extLst>
          </p:cNvPr>
          <p:cNvSpPr>
            <a:spLocks noGrp="1"/>
          </p:cNvSpPr>
          <p:nvPr>
            <p:ph type="body" sz="quarter" idx="15"/>
          </p:nvPr>
        </p:nvSpPr>
        <p:spPr/>
        <p:txBody>
          <a:bodyPr/>
          <a:lstStyle/>
          <a:p>
            <a:endParaRPr lang="en-US" dirty="0"/>
          </a:p>
        </p:txBody>
      </p:sp>
      <p:sp>
        <p:nvSpPr>
          <p:cNvPr id="14" name="Text Placeholder 13">
            <a:extLst>
              <a:ext uri="{FF2B5EF4-FFF2-40B4-BE49-F238E27FC236}">
                <a16:creationId xmlns:a16="http://schemas.microsoft.com/office/drawing/2014/main" id="{9AC89A86-0455-61DD-7A55-DACDA81B83B1}"/>
              </a:ext>
            </a:extLst>
          </p:cNvPr>
          <p:cNvSpPr>
            <a:spLocks noGrp="1"/>
          </p:cNvSpPr>
          <p:nvPr>
            <p:ph type="body" sz="quarter" idx="16"/>
          </p:nvPr>
        </p:nvSpPr>
        <p:spPr/>
        <p:txBody>
          <a:bodyPr/>
          <a:lstStyle/>
          <a:p>
            <a:pPr algn="just"/>
            <a:r>
              <a:rPr lang="en-US" dirty="0">
                <a:hlinkClick r:id="rId3"/>
              </a:rPr>
              <a:t>Generally Available: Trusted Launch as Default</a:t>
            </a:r>
            <a:endParaRPr lang="en-US" dirty="0"/>
          </a:p>
          <a:p>
            <a:pPr algn="just"/>
            <a:r>
              <a:rPr lang="en-US" dirty="0"/>
              <a:t>Trusted Launch as Default (</a:t>
            </a:r>
            <a:r>
              <a:rPr lang="en-US" dirty="0" err="1"/>
              <a:t>TLaD</a:t>
            </a:r>
            <a:r>
              <a:rPr lang="en-US" dirty="0"/>
              <a:t>) is now generally available for new Azure Gen2 virtual machines and virtual machine scale sets. </a:t>
            </a:r>
            <a:r>
              <a:rPr lang="en-US" dirty="0" err="1"/>
              <a:t>TLaD</a:t>
            </a:r>
            <a:r>
              <a:rPr lang="en-US" dirty="0"/>
              <a:t> automatically enables Secure Boot and </a:t>
            </a:r>
            <a:r>
              <a:rPr lang="en-US" dirty="0" err="1"/>
              <a:t>vTPM</a:t>
            </a:r>
            <a:r>
              <a:rPr lang="en-US" dirty="0"/>
              <a:t> for supported deployments, helping customers establish a stronger security baseline for workloads at no additional cost.</a:t>
            </a:r>
          </a:p>
          <a:p>
            <a:pPr algn="just"/>
            <a:r>
              <a:rPr lang="en-US" dirty="0"/>
              <a:t>New Gen2 VMs deployed through Azure Portal, Azure CLI, and Azure PowerShell automatically use Trusted Launch by default. Customers deploying through ARM templates, Bicep, Terraform, and Azure SDKs can extend the same experience with a one-time subscription registration. Existing VMs remain unchanged, and any explicitly configured security settings continue to be honored.</a:t>
            </a:r>
          </a:p>
          <a:p>
            <a:pPr algn="just"/>
            <a:r>
              <a:rPr lang="en-US" dirty="0"/>
              <a:t>Trusted Launch is available on supported x64 and Arm64 Gen2 VM sizes across Azure public, Azure Government, and Azure China regions.</a:t>
            </a:r>
          </a:p>
        </p:txBody>
      </p:sp>
    </p:spTree>
    <p:extLst>
      <p:ext uri="{BB962C8B-B14F-4D97-AF65-F5344CB8AC3E}">
        <p14:creationId xmlns:p14="http://schemas.microsoft.com/office/powerpoint/2010/main" val="18735346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2817E1-BA7F-D700-A07D-CF35C50119CB}"/>
            </a:ext>
          </a:extLst>
        </p:cNvPr>
        <p:cNvGrpSpPr/>
        <p:nvPr/>
      </p:nvGrpSpPr>
      <p:grpSpPr>
        <a:xfrm>
          <a:off x="0" y="0"/>
          <a:ext cx="0" cy="0"/>
          <a:chOff x="0" y="0"/>
          <a:chExt cx="0" cy="0"/>
        </a:xfrm>
      </p:grpSpPr>
      <p:sp>
        <p:nvSpPr>
          <p:cNvPr id="12" name="Text Placeholder 11">
            <a:extLst>
              <a:ext uri="{FF2B5EF4-FFF2-40B4-BE49-F238E27FC236}">
                <a16:creationId xmlns:a16="http://schemas.microsoft.com/office/drawing/2014/main" id="{995ECF59-E5F0-A908-6FBA-7B62FCFAAF59}"/>
              </a:ext>
            </a:extLst>
          </p:cNvPr>
          <p:cNvSpPr>
            <a:spLocks noGrp="1"/>
          </p:cNvSpPr>
          <p:nvPr>
            <p:ph type="body" sz="quarter" idx="10"/>
          </p:nvPr>
        </p:nvSpPr>
        <p:spPr/>
        <p:txBody>
          <a:bodyPr/>
          <a:lstStyle/>
          <a:p>
            <a:endParaRPr lang="en-US" sz="1000" dirty="0"/>
          </a:p>
        </p:txBody>
      </p:sp>
      <p:sp>
        <p:nvSpPr>
          <p:cNvPr id="11" name="Title 10">
            <a:extLst>
              <a:ext uri="{FF2B5EF4-FFF2-40B4-BE49-F238E27FC236}">
                <a16:creationId xmlns:a16="http://schemas.microsoft.com/office/drawing/2014/main" id="{F56FF68D-660F-2CAA-B09A-5A59259AACC4}"/>
              </a:ext>
            </a:extLst>
          </p:cNvPr>
          <p:cNvSpPr>
            <a:spLocks noGrp="1"/>
          </p:cNvSpPr>
          <p:nvPr>
            <p:ph type="title"/>
          </p:nvPr>
        </p:nvSpPr>
        <p:spPr/>
        <p:txBody>
          <a:bodyPr/>
          <a:lstStyle/>
          <a:p>
            <a:r>
              <a:rPr lang="en-US" sz="1800" dirty="0"/>
              <a:t>Compute Updates (General Available)</a:t>
            </a:r>
            <a:endParaRPr lang="en-US" dirty="0"/>
          </a:p>
        </p:txBody>
      </p:sp>
      <p:sp>
        <p:nvSpPr>
          <p:cNvPr id="13" name="Text Placeholder 12">
            <a:extLst>
              <a:ext uri="{FF2B5EF4-FFF2-40B4-BE49-F238E27FC236}">
                <a16:creationId xmlns:a16="http://schemas.microsoft.com/office/drawing/2014/main" id="{1749C152-D6B4-AF3B-2578-E699D30AD2F0}"/>
              </a:ext>
            </a:extLst>
          </p:cNvPr>
          <p:cNvSpPr>
            <a:spLocks noGrp="1"/>
          </p:cNvSpPr>
          <p:nvPr>
            <p:ph type="body" sz="quarter" idx="15"/>
          </p:nvPr>
        </p:nvSpPr>
        <p:spPr/>
        <p:txBody>
          <a:bodyPr/>
          <a:lstStyle/>
          <a:p>
            <a:endParaRPr lang="en-US" dirty="0"/>
          </a:p>
        </p:txBody>
      </p:sp>
      <p:sp>
        <p:nvSpPr>
          <p:cNvPr id="14" name="Text Placeholder 13">
            <a:extLst>
              <a:ext uri="{FF2B5EF4-FFF2-40B4-BE49-F238E27FC236}">
                <a16:creationId xmlns:a16="http://schemas.microsoft.com/office/drawing/2014/main" id="{49104E40-B616-5259-A98B-8099EE2331BE}"/>
              </a:ext>
            </a:extLst>
          </p:cNvPr>
          <p:cNvSpPr>
            <a:spLocks noGrp="1"/>
          </p:cNvSpPr>
          <p:nvPr>
            <p:ph type="body" sz="quarter" idx="16"/>
          </p:nvPr>
        </p:nvSpPr>
        <p:spPr/>
        <p:txBody>
          <a:bodyPr/>
          <a:lstStyle/>
          <a:p>
            <a:pPr algn="just"/>
            <a:r>
              <a:rPr lang="en-US" dirty="0">
                <a:hlinkClick r:id="rId2"/>
              </a:rPr>
              <a:t>Retirement: Nested confidential (cc_v5) VMs will be retired on September 1, 2026</a:t>
            </a:r>
            <a:endParaRPr lang="en-US" dirty="0"/>
          </a:p>
          <a:p>
            <a:pPr algn="just"/>
            <a:r>
              <a:rPr lang="en-US" dirty="0"/>
              <a:t>On September 1, 2026, the cc_v5 confidential VM series will be retired and will no longer be available for use or purchase. Any affected VM that has not been resized before that date will deallocated. The impacted VM sizes that will be retired are: DCas_cc_v5, DCads_cc_v5, ECas_cc_v5, and ECads_cc_v5. </a:t>
            </a:r>
          </a:p>
        </p:txBody>
      </p:sp>
    </p:spTree>
    <p:extLst>
      <p:ext uri="{BB962C8B-B14F-4D97-AF65-F5344CB8AC3E}">
        <p14:creationId xmlns:p14="http://schemas.microsoft.com/office/powerpoint/2010/main" val="1639327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894A7C3-5FB1-1142-43BB-C9D9D2F5FDA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29" y="0"/>
            <a:ext cx="9139141" cy="5143500"/>
          </a:xfrm>
          <a:prstGeom prst="rect">
            <a:avLst/>
          </a:prstGeom>
        </p:spPr>
      </p:pic>
      <p:sp>
        <p:nvSpPr>
          <p:cNvPr id="4" name="Text Placeholder 3">
            <a:extLst>
              <a:ext uri="{FF2B5EF4-FFF2-40B4-BE49-F238E27FC236}">
                <a16:creationId xmlns:a16="http://schemas.microsoft.com/office/drawing/2014/main" id="{17F39168-7046-60A5-1EEA-8D2B5EAAE24F}"/>
              </a:ext>
            </a:extLst>
          </p:cNvPr>
          <p:cNvSpPr>
            <a:spLocks noGrp="1"/>
          </p:cNvSpPr>
          <p:nvPr>
            <p:ph type="body" sz="quarter" idx="13"/>
          </p:nvPr>
        </p:nvSpPr>
        <p:spPr/>
        <p:txBody>
          <a:bodyPr/>
          <a:lstStyle/>
          <a:p>
            <a:r>
              <a:rPr lang="en-US" sz="4000" dirty="0">
                <a:solidFill>
                  <a:schemeClr val="bg1"/>
                </a:solidFill>
              </a:rPr>
              <a:t>Storage &amp; Data</a:t>
            </a:r>
          </a:p>
        </p:txBody>
      </p:sp>
    </p:spTree>
    <p:extLst>
      <p:ext uri="{BB962C8B-B14F-4D97-AF65-F5344CB8AC3E}">
        <p14:creationId xmlns:p14="http://schemas.microsoft.com/office/powerpoint/2010/main" val="218814075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F5D0A865-EAC9-D4DF-765C-2BBCA9EC1F5C}"/>
              </a:ext>
            </a:extLst>
          </p:cNvPr>
          <p:cNvSpPr>
            <a:spLocks noGrp="1"/>
          </p:cNvSpPr>
          <p:nvPr>
            <p:ph type="body" sz="quarter" idx="10"/>
          </p:nvPr>
        </p:nvSpPr>
        <p:spPr/>
        <p:txBody>
          <a:bodyPr/>
          <a:lstStyle/>
          <a:p>
            <a:endParaRPr lang="en-US" sz="1000" dirty="0"/>
          </a:p>
        </p:txBody>
      </p:sp>
      <p:sp>
        <p:nvSpPr>
          <p:cNvPr id="11" name="Title 10">
            <a:extLst>
              <a:ext uri="{FF2B5EF4-FFF2-40B4-BE49-F238E27FC236}">
                <a16:creationId xmlns:a16="http://schemas.microsoft.com/office/drawing/2014/main" id="{0A19052D-1C06-3BF6-CD73-31098A5519FB}"/>
              </a:ext>
            </a:extLst>
          </p:cNvPr>
          <p:cNvSpPr>
            <a:spLocks noGrp="1"/>
          </p:cNvSpPr>
          <p:nvPr>
            <p:ph type="title"/>
          </p:nvPr>
        </p:nvSpPr>
        <p:spPr/>
        <p:txBody>
          <a:bodyPr/>
          <a:lstStyle/>
          <a:p>
            <a:r>
              <a:rPr lang="en-US" sz="1800" dirty="0"/>
              <a:t>Storage &amp; Data Updates (Preview)</a:t>
            </a:r>
            <a:endParaRPr lang="en-US" dirty="0"/>
          </a:p>
        </p:txBody>
      </p:sp>
      <p:sp>
        <p:nvSpPr>
          <p:cNvPr id="13" name="Text Placeholder 12">
            <a:extLst>
              <a:ext uri="{FF2B5EF4-FFF2-40B4-BE49-F238E27FC236}">
                <a16:creationId xmlns:a16="http://schemas.microsoft.com/office/drawing/2014/main" id="{AB83368C-23D2-63DD-1F2B-65AB8A48B236}"/>
              </a:ext>
            </a:extLst>
          </p:cNvPr>
          <p:cNvSpPr>
            <a:spLocks noGrp="1"/>
          </p:cNvSpPr>
          <p:nvPr>
            <p:ph type="body" sz="quarter" idx="15"/>
          </p:nvPr>
        </p:nvSpPr>
        <p:spPr/>
        <p:txBody>
          <a:bodyPr/>
          <a:lstStyle/>
          <a:p>
            <a:endParaRPr lang="en-US"/>
          </a:p>
        </p:txBody>
      </p:sp>
      <p:sp>
        <p:nvSpPr>
          <p:cNvPr id="14" name="Text Placeholder 13">
            <a:extLst>
              <a:ext uri="{FF2B5EF4-FFF2-40B4-BE49-F238E27FC236}">
                <a16:creationId xmlns:a16="http://schemas.microsoft.com/office/drawing/2014/main" id="{1DF1A36F-4250-259D-24AE-F82FE69A7F7E}"/>
              </a:ext>
            </a:extLst>
          </p:cNvPr>
          <p:cNvSpPr>
            <a:spLocks noGrp="1"/>
          </p:cNvSpPr>
          <p:nvPr>
            <p:ph type="body" sz="quarter" idx="16"/>
          </p:nvPr>
        </p:nvSpPr>
        <p:spPr/>
        <p:txBody>
          <a:bodyPr/>
          <a:lstStyle/>
          <a:p>
            <a:pPr algn="just"/>
            <a:r>
              <a:rPr lang="en-US" dirty="0">
                <a:hlinkClick r:id="rId2"/>
              </a:rPr>
              <a:t>Public Preview: Migrate from AWS </a:t>
            </a:r>
            <a:r>
              <a:rPr lang="en-US" dirty="0" err="1">
                <a:hlinkClick r:id="rId2"/>
              </a:rPr>
              <a:t>FSx</a:t>
            </a:r>
            <a:r>
              <a:rPr lang="en-US" dirty="0">
                <a:hlinkClick r:id="rId2"/>
              </a:rPr>
              <a:t> for Windows File Server to Azure Files with Azure Storage Mover</a:t>
            </a:r>
            <a:endParaRPr lang="en-US" dirty="0"/>
          </a:p>
          <a:p>
            <a:pPr algn="just"/>
            <a:r>
              <a:rPr lang="en-US" dirty="0"/>
              <a:t>Azure Storage Mover now supports agentless, cloud-to-cloud migration from AWS </a:t>
            </a:r>
            <a:r>
              <a:rPr lang="en-US" dirty="0" err="1"/>
              <a:t>FSx</a:t>
            </a:r>
            <a:r>
              <a:rPr lang="en-US" dirty="0"/>
              <a:t> for Windows File Server (SMB) to Azure Files (SMB), in preview. You can move your Windows file shares off </a:t>
            </a:r>
            <a:r>
              <a:rPr lang="en-US" dirty="0" err="1"/>
              <a:t>FSx</a:t>
            </a:r>
            <a:r>
              <a:rPr lang="en-US" dirty="0"/>
              <a:t> and into Azure Files without deploying or managing a migration agent — the service handles the transfer for you. File data is copied directly from </a:t>
            </a:r>
            <a:r>
              <a:rPr lang="en-US" dirty="0" err="1"/>
              <a:t>FSx</a:t>
            </a:r>
            <a:r>
              <a:rPr lang="en-US" dirty="0"/>
              <a:t> to your Azure file share over a private connection between Azure and your AWS network.</a:t>
            </a:r>
          </a:p>
        </p:txBody>
      </p:sp>
    </p:spTree>
    <p:extLst>
      <p:ext uri="{BB962C8B-B14F-4D97-AF65-F5344CB8AC3E}">
        <p14:creationId xmlns:p14="http://schemas.microsoft.com/office/powerpoint/2010/main" val="325940316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ACC0756-30F1-C5A0-AC58-437AF10EEF7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29" y="0"/>
            <a:ext cx="9139141" cy="5143500"/>
          </a:xfrm>
          <a:prstGeom prst="rect">
            <a:avLst/>
          </a:prstGeom>
        </p:spPr>
      </p:pic>
      <p:sp>
        <p:nvSpPr>
          <p:cNvPr id="4" name="Text Placeholder 3">
            <a:extLst>
              <a:ext uri="{FF2B5EF4-FFF2-40B4-BE49-F238E27FC236}">
                <a16:creationId xmlns:a16="http://schemas.microsoft.com/office/drawing/2014/main" id="{17F39168-7046-60A5-1EEA-8D2B5EAAE24F}"/>
              </a:ext>
            </a:extLst>
          </p:cNvPr>
          <p:cNvSpPr>
            <a:spLocks noGrp="1"/>
          </p:cNvSpPr>
          <p:nvPr>
            <p:ph type="body" sz="quarter" idx="13"/>
          </p:nvPr>
        </p:nvSpPr>
        <p:spPr/>
        <p:txBody>
          <a:bodyPr/>
          <a:lstStyle/>
          <a:p>
            <a:r>
              <a:rPr lang="en-US" sz="4000" dirty="0">
                <a:solidFill>
                  <a:schemeClr val="bg1"/>
                </a:solidFill>
              </a:rPr>
              <a:t>Databases</a:t>
            </a:r>
          </a:p>
        </p:txBody>
      </p:sp>
    </p:spTree>
    <p:extLst>
      <p:ext uri="{BB962C8B-B14F-4D97-AF65-F5344CB8AC3E}">
        <p14:creationId xmlns:p14="http://schemas.microsoft.com/office/powerpoint/2010/main" val="12409598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471DA1-B55D-EF7E-C705-3E2EBD8AB3D2}"/>
            </a:ext>
          </a:extLst>
        </p:cNvPr>
        <p:cNvGrpSpPr/>
        <p:nvPr/>
      </p:nvGrpSpPr>
      <p:grpSpPr>
        <a:xfrm>
          <a:off x="0" y="0"/>
          <a:ext cx="0" cy="0"/>
          <a:chOff x="0" y="0"/>
          <a:chExt cx="0" cy="0"/>
        </a:xfrm>
      </p:grpSpPr>
      <p:sp>
        <p:nvSpPr>
          <p:cNvPr id="12" name="Text Placeholder 11">
            <a:extLst>
              <a:ext uri="{FF2B5EF4-FFF2-40B4-BE49-F238E27FC236}">
                <a16:creationId xmlns:a16="http://schemas.microsoft.com/office/drawing/2014/main" id="{3337F290-7F05-F6C7-FB30-521D100BB24B}"/>
              </a:ext>
            </a:extLst>
          </p:cNvPr>
          <p:cNvSpPr>
            <a:spLocks noGrp="1"/>
          </p:cNvSpPr>
          <p:nvPr>
            <p:ph type="body" sz="quarter" idx="10"/>
          </p:nvPr>
        </p:nvSpPr>
        <p:spPr/>
        <p:txBody>
          <a:bodyPr/>
          <a:lstStyle/>
          <a:p>
            <a:endParaRPr lang="en-US" sz="1000" dirty="0"/>
          </a:p>
        </p:txBody>
      </p:sp>
      <p:sp>
        <p:nvSpPr>
          <p:cNvPr id="11" name="Title 10">
            <a:extLst>
              <a:ext uri="{FF2B5EF4-FFF2-40B4-BE49-F238E27FC236}">
                <a16:creationId xmlns:a16="http://schemas.microsoft.com/office/drawing/2014/main" id="{C62E7423-4266-2E57-7ECF-35621C61E139}"/>
              </a:ext>
            </a:extLst>
          </p:cNvPr>
          <p:cNvSpPr>
            <a:spLocks noGrp="1"/>
          </p:cNvSpPr>
          <p:nvPr>
            <p:ph type="title"/>
          </p:nvPr>
        </p:nvSpPr>
        <p:spPr/>
        <p:txBody>
          <a:bodyPr/>
          <a:lstStyle/>
          <a:p>
            <a:r>
              <a:rPr lang="en-US" sz="1800" dirty="0"/>
              <a:t>Databases Updates (General Available)</a:t>
            </a:r>
            <a:endParaRPr lang="en-US" dirty="0"/>
          </a:p>
        </p:txBody>
      </p:sp>
      <p:sp>
        <p:nvSpPr>
          <p:cNvPr id="13" name="Text Placeholder 12">
            <a:extLst>
              <a:ext uri="{FF2B5EF4-FFF2-40B4-BE49-F238E27FC236}">
                <a16:creationId xmlns:a16="http://schemas.microsoft.com/office/drawing/2014/main" id="{915420FD-81AB-F129-C44C-1ADB2CE5081E}"/>
              </a:ext>
            </a:extLst>
          </p:cNvPr>
          <p:cNvSpPr>
            <a:spLocks noGrp="1"/>
          </p:cNvSpPr>
          <p:nvPr>
            <p:ph type="body" sz="quarter" idx="15"/>
          </p:nvPr>
        </p:nvSpPr>
        <p:spPr/>
        <p:txBody>
          <a:bodyPr/>
          <a:lstStyle/>
          <a:p>
            <a:endParaRPr lang="en-US"/>
          </a:p>
        </p:txBody>
      </p:sp>
      <p:sp>
        <p:nvSpPr>
          <p:cNvPr id="14" name="Text Placeholder 13">
            <a:extLst>
              <a:ext uri="{FF2B5EF4-FFF2-40B4-BE49-F238E27FC236}">
                <a16:creationId xmlns:a16="http://schemas.microsoft.com/office/drawing/2014/main" id="{A99C1840-42CB-2AAA-82F4-807BF7A8EB8F}"/>
              </a:ext>
            </a:extLst>
          </p:cNvPr>
          <p:cNvSpPr>
            <a:spLocks noGrp="1"/>
          </p:cNvSpPr>
          <p:nvPr>
            <p:ph type="body" sz="quarter" idx="16"/>
          </p:nvPr>
        </p:nvSpPr>
        <p:spPr/>
        <p:txBody>
          <a:bodyPr/>
          <a:lstStyle/>
          <a:p>
            <a:pPr algn="just"/>
            <a:r>
              <a:rPr lang="en-US" dirty="0">
                <a:hlinkClick r:id="rId2"/>
              </a:rPr>
              <a:t>Generally Available: Immutability to the most recent seven days of backups on Azure SQL Database and Azure SQL Managed Instance</a:t>
            </a:r>
            <a:endParaRPr lang="en-US" dirty="0"/>
          </a:p>
          <a:p>
            <a:pPr algn="just"/>
            <a:r>
              <a:rPr lang="en-US" dirty="0"/>
              <a:t>To enhance backup protection, Azure SQL Database and Azure SQL Managed Instance now automatically apply immutability to the most recent seven days of backups. This capability is enabled by default for all databases, regardless of the configured point-in-time restore retention period. No action or configuration is required.</a:t>
            </a:r>
          </a:p>
          <a:p>
            <a:pPr algn="just"/>
            <a:r>
              <a:rPr lang="en-US" dirty="0"/>
              <a:t>Note: Support for Azure SQL Hyperscale backups is coming in a future release.</a:t>
            </a:r>
          </a:p>
        </p:txBody>
      </p:sp>
    </p:spTree>
    <p:extLst>
      <p:ext uri="{BB962C8B-B14F-4D97-AF65-F5344CB8AC3E}">
        <p14:creationId xmlns:p14="http://schemas.microsoft.com/office/powerpoint/2010/main" val="72484598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DAA57029-74C6-97A0-54A8-DC04D384221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29" y="0"/>
            <a:ext cx="9139141" cy="5143500"/>
          </a:xfrm>
          <a:prstGeom prst="rect">
            <a:avLst/>
          </a:prstGeom>
        </p:spPr>
      </p:pic>
      <p:sp>
        <p:nvSpPr>
          <p:cNvPr id="4" name="Text Placeholder 3">
            <a:extLst>
              <a:ext uri="{FF2B5EF4-FFF2-40B4-BE49-F238E27FC236}">
                <a16:creationId xmlns:a16="http://schemas.microsoft.com/office/drawing/2014/main" id="{17F39168-7046-60A5-1EEA-8D2B5EAAE24F}"/>
              </a:ext>
            </a:extLst>
          </p:cNvPr>
          <p:cNvSpPr>
            <a:spLocks noGrp="1"/>
          </p:cNvSpPr>
          <p:nvPr>
            <p:ph type="body" sz="quarter" idx="13"/>
          </p:nvPr>
        </p:nvSpPr>
        <p:spPr/>
        <p:txBody>
          <a:bodyPr/>
          <a:lstStyle/>
          <a:p>
            <a:r>
              <a:rPr lang="en-US" sz="4000" dirty="0">
                <a:solidFill>
                  <a:schemeClr val="bg1"/>
                </a:solidFill>
              </a:rPr>
              <a:t>Information</a:t>
            </a:r>
          </a:p>
        </p:txBody>
      </p:sp>
    </p:spTree>
    <p:extLst>
      <p:ext uri="{BB962C8B-B14F-4D97-AF65-F5344CB8AC3E}">
        <p14:creationId xmlns:p14="http://schemas.microsoft.com/office/powerpoint/2010/main" val="127604162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BD9E4E97-A385-759E-BD70-47D0B91CA39E}"/>
              </a:ext>
            </a:extLst>
          </p:cNvPr>
          <p:cNvSpPr>
            <a:spLocks noGrp="1"/>
          </p:cNvSpPr>
          <p:nvPr>
            <p:ph type="body" sz="quarter" idx="10"/>
          </p:nvPr>
        </p:nvSpPr>
        <p:spPr>
          <a:xfrm>
            <a:off x="342900" y="855080"/>
            <a:ext cx="8455914" cy="3774069"/>
          </a:xfrm>
        </p:spPr>
        <p:txBody>
          <a:bodyPr/>
          <a:lstStyle/>
          <a:p>
            <a:r>
              <a:rPr lang="en-US" dirty="0">
                <a:hlinkClick r:id="rId2"/>
              </a:rPr>
              <a:t>Azure Times GitHub Repo</a:t>
            </a:r>
            <a:endParaRPr lang="en-US" dirty="0"/>
          </a:p>
        </p:txBody>
      </p:sp>
      <p:sp>
        <p:nvSpPr>
          <p:cNvPr id="3" name="Title 2">
            <a:extLst>
              <a:ext uri="{FF2B5EF4-FFF2-40B4-BE49-F238E27FC236}">
                <a16:creationId xmlns:a16="http://schemas.microsoft.com/office/drawing/2014/main" id="{78BEF490-0130-4022-0399-BE422CD7CB94}"/>
              </a:ext>
            </a:extLst>
          </p:cNvPr>
          <p:cNvSpPr>
            <a:spLocks noGrp="1"/>
          </p:cNvSpPr>
          <p:nvPr>
            <p:ph type="title"/>
          </p:nvPr>
        </p:nvSpPr>
        <p:spPr/>
        <p:txBody>
          <a:bodyPr/>
          <a:lstStyle/>
          <a:p>
            <a:r>
              <a:rPr lang="en-US" sz="1800" dirty="0"/>
              <a:t>Information</a:t>
            </a:r>
            <a:br>
              <a:rPr lang="en-US" sz="1800" dirty="0"/>
            </a:br>
            <a:endParaRPr lang="en-US" dirty="0"/>
          </a:p>
        </p:txBody>
      </p:sp>
    </p:spTree>
    <p:extLst>
      <p:ext uri="{BB962C8B-B14F-4D97-AF65-F5344CB8AC3E}">
        <p14:creationId xmlns:p14="http://schemas.microsoft.com/office/powerpoint/2010/main" val="74768153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60A7218-B9CA-F7E4-39B3-13A96D26456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29" y="0"/>
            <a:ext cx="9139141" cy="5143500"/>
          </a:xfrm>
          <a:prstGeom prst="rect">
            <a:avLst/>
          </a:prstGeom>
        </p:spPr>
      </p:pic>
      <p:sp>
        <p:nvSpPr>
          <p:cNvPr id="4" name="Text Placeholder 3">
            <a:extLst>
              <a:ext uri="{FF2B5EF4-FFF2-40B4-BE49-F238E27FC236}">
                <a16:creationId xmlns:a16="http://schemas.microsoft.com/office/drawing/2014/main" id="{17F39168-7046-60A5-1EEA-8D2B5EAAE24F}"/>
              </a:ext>
            </a:extLst>
          </p:cNvPr>
          <p:cNvSpPr>
            <a:spLocks noGrp="1"/>
          </p:cNvSpPr>
          <p:nvPr>
            <p:ph type="body" sz="quarter" idx="13"/>
          </p:nvPr>
        </p:nvSpPr>
        <p:spPr/>
        <p:txBody>
          <a:bodyPr/>
          <a:lstStyle/>
          <a:p>
            <a:r>
              <a:rPr lang="en-US" sz="4000" dirty="0">
                <a:solidFill>
                  <a:schemeClr val="bg1"/>
                </a:solidFill>
              </a:rPr>
              <a:t>Questions</a:t>
            </a:r>
          </a:p>
        </p:txBody>
      </p:sp>
    </p:spTree>
    <p:extLst>
      <p:ext uri="{BB962C8B-B14F-4D97-AF65-F5344CB8AC3E}">
        <p14:creationId xmlns:p14="http://schemas.microsoft.com/office/powerpoint/2010/main" val="2482707150"/>
      </p:ext>
    </p:extLst>
  </p:cSld>
  <p:clrMapOvr>
    <a:masterClrMapping/>
  </p:clrMapOvr>
</p:sld>
</file>

<file path=ppt/theme/theme1.xml><?xml version="1.0" encoding="utf-8"?>
<a:theme xmlns:a="http://schemas.openxmlformats.org/drawingml/2006/main" name="Continuum Theme">
  <a:themeElements>
    <a:clrScheme name="EPAM Continuum Final">
      <a:dk1>
        <a:srgbClr val="222222"/>
      </a:dk1>
      <a:lt1>
        <a:srgbClr val="FFFFFF"/>
      </a:lt1>
      <a:dk2>
        <a:srgbClr val="A0A0A0"/>
      </a:dk2>
      <a:lt2>
        <a:srgbClr val="DBDAD6"/>
      </a:lt2>
      <a:accent1>
        <a:srgbClr val="545454"/>
      </a:accent1>
      <a:accent2>
        <a:srgbClr val="FFC000"/>
      </a:accent2>
      <a:accent3>
        <a:srgbClr val="38C2D7"/>
      </a:accent3>
      <a:accent4>
        <a:srgbClr val="445464"/>
      </a:accent4>
      <a:accent5>
        <a:srgbClr val="008ACE"/>
      </a:accent5>
      <a:accent6>
        <a:srgbClr val="E53B2E"/>
      </a:accent6>
      <a:hlink>
        <a:srgbClr val="000000"/>
      </a:hlink>
      <a:folHlink>
        <a:srgbClr val="000000"/>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solidFill>
          <a:schemeClr val="accent1"/>
        </a:solidFill>
        <a:ln>
          <a:noFill/>
        </a:ln>
        <a:effectLst/>
      </a:spPr>
      <a:bodyPr wrap="none" rtlCol="0" anchor="ctr"/>
      <a:lstStyle>
        <a:defPPr algn="ctr">
          <a:defRPr sz="2400" dirty="0" err="1" smtClean="0">
            <a:solidFill>
              <a:schemeClr val="bg1"/>
            </a:solidFill>
            <a:latin typeface="Calibri Light" panose="020F0302020204030204" pitchFamily="34" charset="0"/>
            <a:ea typeface="Human Sans ExtraLight" charset="0"/>
            <a:cs typeface="Human Sans ExtraLight" charset="0"/>
          </a:defRPr>
        </a:defPPr>
      </a:lstStyle>
    </a:spDef>
    <a:lnDef>
      <a:spPr>
        <a:ln w="635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noAutofit/>
      </a:bodyPr>
      <a:lstStyle>
        <a:defPPr>
          <a:lnSpc>
            <a:spcPct val="110000"/>
          </a:lnSpc>
          <a:spcBef>
            <a:spcPts val="600"/>
          </a:spcBef>
          <a:defRPr sz="1200" dirty="0" err="1" smtClean="0">
            <a:ea typeface="Human Sans" charset="0"/>
            <a:cs typeface="Human Sans" charset="0"/>
          </a:defRPr>
        </a:defPPr>
      </a:lstStyle>
    </a:txDef>
  </a:objectDefaults>
  <a:extraClrSchemeLst/>
  <a:extLst>
    <a:ext uri="{05A4C25C-085E-4340-85A3-A5531E510DB2}">
      <thm15:themeFamily xmlns:thm15="http://schemas.microsoft.com/office/thememl/2012/main" name="Continuum_Master_v1.1" id="{D2F91407-39AD-2344-8F42-01B4155FF2FD}" vid="{09F1F252-BD3A-0A45-9F6B-518524EA322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8C3A9FD6A1D2BC41832AF270024651C7" ma:contentTypeVersion="6" ma:contentTypeDescription="Create a new document." ma:contentTypeScope="" ma:versionID="0421700c9180782018be286cde8a21da">
  <xsd:schema xmlns:xsd="http://www.w3.org/2001/XMLSchema" xmlns:xs="http://www.w3.org/2001/XMLSchema" xmlns:p="http://schemas.microsoft.com/office/2006/metadata/properties" xmlns:ns2="2e7e23d5-2c80-4164-89d2-1708db4037b8" xmlns:ns3="4e7ac07f-2cd6-47aa-8863-e3015989625c" targetNamespace="http://schemas.microsoft.com/office/2006/metadata/properties" ma:root="true" ma:fieldsID="541d07e3f89946b63e942fc7370dae48" ns2:_="" ns3:_="">
    <xsd:import namespace="2e7e23d5-2c80-4164-89d2-1708db4037b8"/>
    <xsd:import namespace="4e7ac07f-2cd6-47aa-8863-e3015989625c"/>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AutoKeyPoints" minOccurs="0"/>
                <xsd:element ref="ns2:MediaServiceKeyPoint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e7e23d5-2c80-4164-89d2-1708db4037b8"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2" nillable="true" ma:displayName="MediaServiceAutoKeyPoints" ma:hidden="true" ma:internalName="MediaServiceAutoKeyPoints" ma:readOnly="true">
      <xsd:simpleType>
        <xsd:restriction base="dms:Note"/>
      </xsd:simpleType>
    </xsd:element>
    <xsd:element name="MediaServiceKeyPoints" ma:index="13" nillable="true" ma:displayName="KeyPoints" ma:internalName="MediaServiceKeyPoint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4e7ac07f-2cd6-47aa-8863-e3015989625c"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25D63988-C0DC-4185-91C3-6687DBA2F390}">
  <ds:schemaRefs>
    <ds:schemaRef ds:uri="2e7e23d5-2c80-4164-89d2-1708db4037b8"/>
    <ds:schemaRef ds:uri="4e7ac07f-2cd6-47aa-8863-e3015989625c"/>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4DE7C614-AA74-4D4D-9D2D-D96DA5126C78}">
  <ds:schemaRefs>
    <ds:schemaRef ds:uri="http://schemas.microsoft.com/office/2006/metadata/properties"/>
    <ds:schemaRef ds:uri="http://schemas.microsoft.com/office/2006/documentManagement/types"/>
    <ds:schemaRef ds:uri="http://purl.org/dc/terms/"/>
    <ds:schemaRef ds:uri="http://purl.org/dc/elements/1.1/"/>
    <ds:schemaRef ds:uri="http://schemas.microsoft.com/office/infopath/2007/PartnerControls"/>
    <ds:schemaRef ds:uri="2e7e23d5-2c80-4164-89d2-1708db4037b8"/>
    <ds:schemaRef ds:uri="http://purl.org/dc/dcmitype/"/>
    <ds:schemaRef ds:uri="http://schemas.openxmlformats.org/package/2006/metadata/core-properties"/>
    <ds:schemaRef ds:uri="4e7ac07f-2cd6-47aa-8863-e3015989625c"/>
    <ds:schemaRef ds:uri="http://www.w3.org/XML/1998/namespace"/>
  </ds:schemaRefs>
</ds:datastoreItem>
</file>

<file path=customXml/itemProps3.xml><?xml version="1.0" encoding="utf-8"?>
<ds:datastoreItem xmlns:ds="http://schemas.openxmlformats.org/officeDocument/2006/customXml" ds:itemID="{EE04B39D-0CBA-4F8F-8809-785207E87965}">
  <ds:schemaRefs>
    <ds:schemaRef ds:uri="http://schemas.microsoft.com/sharepoint/v3/contenttype/forms"/>
  </ds:schemaRefs>
</ds:datastoreItem>
</file>

<file path=docMetadata/LabelInfo.xml><?xml version="1.0" encoding="utf-8"?>
<clbl:labelList xmlns:clbl="http://schemas.microsoft.com/office/2020/mipLabelMetadata">
  <clbl:label id="{2590e1b2-66ea-4d45-b1aa-185c322e3ba5}" enabled="1" method="Standard" siteId="{40a64d0b-f2f9-4a34-b1b3-0992ac0e5e4e}" contentBits="0" removed="0"/>
</clbl:labelList>
</file>

<file path=docProps/app.xml><?xml version="1.0" encoding="utf-8"?>
<Properties xmlns="http://schemas.openxmlformats.org/officeDocument/2006/extended-properties" xmlns:vt="http://schemas.openxmlformats.org/officeDocument/2006/docPropsVTypes">
  <Template>Covers</Template>
  <TotalTime>584</TotalTime>
  <Words>1355</Words>
  <Application>Microsoft Office PowerPoint</Application>
  <PresentationFormat>On-screen Show (16:9)</PresentationFormat>
  <Paragraphs>54</Paragraphs>
  <Slides>16</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vt:i4>
      </vt:variant>
    </vt:vector>
  </HeadingPairs>
  <TitlesOfParts>
    <vt:vector size="21" baseType="lpstr">
      <vt:lpstr>Arial</vt:lpstr>
      <vt:lpstr>Calibri</vt:lpstr>
      <vt:lpstr>Human Sans</vt:lpstr>
      <vt:lpstr>Human Sans Regular</vt:lpstr>
      <vt:lpstr>Continuum Theme</vt:lpstr>
      <vt:lpstr>Azure Times #219</vt:lpstr>
      <vt:lpstr>PowerPoint Presentation</vt:lpstr>
      <vt:lpstr>Networking Updates (Preview)</vt:lpstr>
      <vt:lpstr>Networking Updates (Preview)</vt:lpstr>
      <vt:lpstr>Networking Updates (General Available)</vt:lpstr>
      <vt:lpstr>PowerPoint Presentation</vt:lpstr>
      <vt:lpstr>Compute Updates (Preview)</vt:lpstr>
      <vt:lpstr>Compute Updates (General Available)</vt:lpstr>
      <vt:lpstr>Compute Updates (General Available)</vt:lpstr>
      <vt:lpstr>PowerPoint Presentation</vt:lpstr>
      <vt:lpstr>Storage &amp; Data Updates (Preview)</vt:lpstr>
      <vt:lpstr>PowerPoint Presentation</vt:lpstr>
      <vt:lpstr>Databases Updates (General Available)</vt:lpstr>
      <vt:lpstr>PowerPoint Presentation</vt:lpstr>
      <vt:lpstr>Information </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
  <cp:lastModifiedBy>Maksim Admin Rotar</cp:lastModifiedBy>
  <cp:revision>112</cp:revision>
  <dcterms:created xsi:type="dcterms:W3CDTF">2018-01-26T19:23:30Z</dcterms:created>
  <dcterms:modified xsi:type="dcterms:W3CDTF">2026-08-07T18:28:37Z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0x0101008C3A9FD6A1D2BC41832AF270024651C7</vt:lpwstr>
  </property>
</Properties>
</file>